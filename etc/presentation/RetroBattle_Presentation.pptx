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4" r:id="rId2"/>
  </p:sldMasterIdLst>
  <p:sldIdLst>
    <p:sldId id="271" r:id="rId3"/>
    <p:sldId id="273" r:id="rId4"/>
    <p:sldId id="275" r:id="rId5"/>
    <p:sldId id="272" r:id="rId6"/>
    <p:sldId id="276" r:id="rId7"/>
    <p:sldId id="277" r:id="rId8"/>
    <p:sldId id="278" r:id="rId9"/>
    <p:sldId id="279" r:id="rId10"/>
    <p:sldId id="280" r:id="rId11"/>
    <p:sldId id="281" r:id="rId12"/>
    <p:sldId id="282" r:id="rId13"/>
    <p:sldId id="283" r:id="rId14"/>
    <p:sldId id="284" r:id="rId15"/>
    <p:sldId id="285" r:id="rId16"/>
    <p:sldId id="286" r:id="rId17"/>
    <p:sldId id="287" r:id="rId18"/>
  </p:sldIdLst>
  <p:sldSz cx="12192000" cy="6858000"/>
  <p:notesSz cx="7559675" cy="10691813"/>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70B178-2B1B-ECC8-463B-304420ADB96E}" v="2" dt="2026-06-22T11:02:23.281"/>
    <p1510:client id="{BADFAA7D-2948-412A-AADF-F409F4042CCF}" v="1135" dt="2026-06-22T10:56:54.6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6" d="100"/>
          <a:sy n="76" d="100"/>
        </p:scale>
        <p:origin x="91" y="3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onios Sotiriou" userId="f9d563ee24b4f8cd" providerId="LiveId" clId="{885BA2ED-02AD-4824-AA11-05E4770634C6}"/>
    <pc:docChg chg="modSld">
      <pc:chgData name="Antonios Sotiriou" userId="f9d563ee24b4f8cd" providerId="LiveId" clId="{885BA2ED-02AD-4824-AA11-05E4770634C6}" dt="2026-06-22T11:39:42.848" v="6" actId="20577"/>
      <pc:docMkLst>
        <pc:docMk/>
      </pc:docMkLst>
      <pc:sldChg chg="modSp mod">
        <pc:chgData name="Antonios Sotiriou" userId="f9d563ee24b4f8cd" providerId="LiveId" clId="{885BA2ED-02AD-4824-AA11-05E4770634C6}" dt="2026-06-22T11:39:42.848" v="6" actId="20577"/>
        <pc:sldMkLst>
          <pc:docMk/>
          <pc:sldMk cId="803951028" sldId="286"/>
        </pc:sldMkLst>
        <pc:spChg chg="mod">
          <ac:chgData name="Antonios Sotiriou" userId="f9d563ee24b4f8cd" providerId="LiveId" clId="{885BA2ED-02AD-4824-AA11-05E4770634C6}" dt="2026-06-22T11:39:42.848" v="6" actId="20577"/>
          <ac:spMkLst>
            <pc:docMk/>
            <pc:sldMk cId="803951028" sldId="286"/>
            <ac:spMk id="2" creationId="{F6F473E1-1F2E-4EC4-4415-72E9D37879B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de-DE" sz="1800" b="0" strike="noStrike" spc="-1">
              <a:solidFill>
                <a:schemeClr val="dk1"/>
              </a:solidFill>
              <a:latin typeface="Aptos"/>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de-DE" sz="3200" b="0" strike="noStrike" spc="-1">
              <a:solidFill>
                <a:srgbClr val="000000"/>
              </a:solidFill>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8A27CD8B-B5D4-41D6-85AF-DE5C8FE090A7}" type="slidenum">
              <a:t>‹Nr.›</a:t>
            </a:fld>
            <a:endParaRPr/>
          </a:p>
        </p:txBody>
      </p:sp>
      <p:sp>
        <p:nvSpPr>
          <p:cNvPr id="3" name="PlaceHolder 5"/>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Balken Blau">
    <p:spTree>
      <p:nvGrpSpPr>
        <p:cNvPr id="1" name=""/>
        <p:cNvGrpSpPr/>
        <p:nvPr/>
      </p:nvGrpSpPr>
      <p:grpSpPr>
        <a:xfrm>
          <a:off x="0" y="0"/>
          <a:ext cx="0" cy="0"/>
          <a:chOff x="0" y="0"/>
          <a:chExt cx="0" cy="0"/>
        </a:xfrm>
      </p:grpSpPr>
      <p:sp>
        <p:nvSpPr>
          <p:cNvPr id="4" name="Titelplatzhalter 1"/>
          <p:cNvSpPr>
            <a:spLocks noGrp="1"/>
          </p:cNvSpPr>
          <p:nvPr>
            <p:ph type="title" hasCustomPrompt="1"/>
          </p:nvPr>
        </p:nvSpPr>
        <p:spPr>
          <a:xfrm>
            <a:off x="4442330" y="4288704"/>
            <a:ext cx="7593039" cy="577517"/>
          </a:xfrm>
          <a:prstGeom prst="rect">
            <a:avLst/>
          </a:prstGeom>
          <a:noFill/>
        </p:spPr>
        <p:txBody>
          <a:bodyPr vert="horz" lIns="91440" tIns="45720" rIns="91440" bIns="45720" rtlCol="0" anchor="ctr">
            <a:noAutofit/>
          </a:bodyPr>
          <a:lstStyle>
            <a:lvl1pPr>
              <a:defRPr sz="3600">
                <a:solidFill>
                  <a:srgbClr val="005A96"/>
                </a:solidFill>
              </a:defRPr>
            </a:lvl1pPr>
          </a:lstStyle>
          <a:p>
            <a:r>
              <a:rPr lang="de-DE"/>
              <a:t>Titel</a:t>
            </a:r>
            <a:endParaRPr lang="de-AT"/>
          </a:p>
        </p:txBody>
      </p:sp>
      <p:sp>
        <p:nvSpPr>
          <p:cNvPr id="6" name="Text Placeholder 4">
            <a:extLst>
              <a:ext uri="{FF2B5EF4-FFF2-40B4-BE49-F238E27FC236}">
                <a16:creationId xmlns:a16="http://schemas.microsoft.com/office/drawing/2014/main" id="{1993B6AF-0521-4A85-891D-947C2C556B45}"/>
              </a:ext>
            </a:extLst>
          </p:cNvPr>
          <p:cNvSpPr>
            <a:spLocks noGrp="1"/>
          </p:cNvSpPr>
          <p:nvPr>
            <p:ph type="body" sz="quarter" idx="10" hasCustomPrompt="1"/>
          </p:nvPr>
        </p:nvSpPr>
        <p:spPr>
          <a:xfrm>
            <a:off x="4442329" y="5184001"/>
            <a:ext cx="7593039" cy="479425"/>
          </a:xfrm>
        </p:spPr>
        <p:txBody>
          <a:bodyPr wrap="square">
            <a:normAutofit/>
          </a:bodyPr>
          <a:lstStyle>
            <a:lvl1pPr marL="0" indent="0">
              <a:buNone/>
              <a:defRPr>
                <a:solidFill>
                  <a:srgbClr val="005A96"/>
                </a:solidFill>
              </a:defRPr>
            </a:lvl1pPr>
            <a:lvl2pPr>
              <a:defRPr>
                <a:solidFill>
                  <a:schemeClr val="bg1"/>
                </a:solidFill>
                <a:highlight>
                  <a:srgbClr val="005A96"/>
                </a:highlight>
              </a:defRPr>
            </a:lvl2pPr>
            <a:lvl3pPr>
              <a:defRPr>
                <a:solidFill>
                  <a:schemeClr val="bg1"/>
                </a:solidFill>
                <a:highlight>
                  <a:srgbClr val="005A96"/>
                </a:highlight>
              </a:defRPr>
            </a:lvl3pPr>
            <a:lvl4pPr>
              <a:defRPr>
                <a:solidFill>
                  <a:schemeClr val="bg1"/>
                </a:solidFill>
                <a:highlight>
                  <a:srgbClr val="005A96"/>
                </a:highlight>
              </a:defRPr>
            </a:lvl4pPr>
            <a:lvl5pPr>
              <a:defRPr>
                <a:solidFill>
                  <a:schemeClr val="bg1"/>
                </a:solidFill>
                <a:highlight>
                  <a:srgbClr val="005A96"/>
                </a:highlight>
              </a:defRPr>
            </a:lvl5pPr>
          </a:lstStyle>
          <a:p>
            <a:pPr lvl="0"/>
            <a:r>
              <a:rPr lang="en-US" err="1"/>
              <a:t>Untertitel</a:t>
            </a:r>
            <a:r>
              <a:rPr lang="en-US"/>
              <a:t> / Autor</a:t>
            </a:r>
            <a:endParaRPr lang="en-AT"/>
          </a:p>
        </p:txBody>
      </p:sp>
      <p:pic>
        <p:nvPicPr>
          <p:cNvPr id="5" name="Grafik 4" descr="FH Technikum Wien - University of Applied Sciences">
            <a:extLst>
              <a:ext uri="{FF2B5EF4-FFF2-40B4-BE49-F238E27FC236}">
                <a16:creationId xmlns:a16="http://schemas.microsoft.com/office/drawing/2014/main" id="{521AFF37-CD1E-46E6-AE37-FDEED49D267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303541" y="1361021"/>
            <a:ext cx="5562600" cy="3505200"/>
          </a:xfrm>
          <a:prstGeom prst="rect">
            <a:avLst/>
          </a:prstGeom>
        </p:spPr>
      </p:pic>
    </p:spTree>
    <p:extLst>
      <p:ext uri="{BB962C8B-B14F-4D97-AF65-F5344CB8AC3E}">
        <p14:creationId xmlns:p14="http://schemas.microsoft.com/office/powerpoint/2010/main" val="11952001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 nur Text Blau">
    <p:spTree>
      <p:nvGrpSpPr>
        <p:cNvPr id="1" name=""/>
        <p:cNvGrpSpPr/>
        <p:nvPr/>
      </p:nvGrpSpPr>
      <p:grpSpPr>
        <a:xfrm>
          <a:off x="0" y="0"/>
          <a:ext cx="0" cy="0"/>
          <a:chOff x="0" y="0"/>
          <a:chExt cx="0" cy="0"/>
        </a:xfrm>
      </p:grpSpPr>
      <p:sp>
        <p:nvSpPr>
          <p:cNvPr id="3" name="Titelplatzhalter 1"/>
          <p:cNvSpPr>
            <a:spLocks noGrp="1"/>
          </p:cNvSpPr>
          <p:nvPr>
            <p:ph type="title" hasCustomPrompt="1"/>
          </p:nvPr>
        </p:nvSpPr>
        <p:spPr>
          <a:xfrm>
            <a:off x="336000" y="1999275"/>
            <a:ext cx="11520000" cy="1440000"/>
          </a:xfrm>
          <a:prstGeom prst="rect">
            <a:avLst/>
          </a:prstGeom>
          <a:noFill/>
        </p:spPr>
        <p:txBody>
          <a:bodyPr vert="horz" lIns="91440" tIns="45720" rIns="91440" bIns="45720" rtlCol="0" anchor="ctr">
            <a:noAutofit/>
          </a:bodyPr>
          <a:lstStyle>
            <a:lvl1pPr algn="r">
              <a:defRPr sz="5400" baseline="0">
                <a:solidFill>
                  <a:srgbClr val="005A96"/>
                </a:solidFill>
              </a:defRPr>
            </a:lvl1pPr>
          </a:lstStyle>
          <a:p>
            <a:r>
              <a:rPr lang="de-DE" err="1"/>
              <a:t>Präsentations</a:t>
            </a:r>
            <a:r>
              <a:rPr lang="de-DE"/>
              <a:t> Titel</a:t>
            </a:r>
            <a:br>
              <a:rPr lang="de-DE"/>
            </a:br>
            <a:r>
              <a:rPr lang="de-DE"/>
              <a:t>(Arial </a:t>
            </a:r>
            <a:r>
              <a:rPr lang="de-DE" err="1"/>
              <a:t>Bold</a:t>
            </a:r>
            <a:r>
              <a:rPr lang="de-DE"/>
              <a:t>, 54pt)</a:t>
            </a:r>
            <a:endParaRPr lang="de-AT"/>
          </a:p>
        </p:txBody>
      </p:sp>
      <p:sp>
        <p:nvSpPr>
          <p:cNvPr id="5" name="Text Placeholder 4">
            <a:extLst>
              <a:ext uri="{FF2B5EF4-FFF2-40B4-BE49-F238E27FC236}">
                <a16:creationId xmlns:a16="http://schemas.microsoft.com/office/drawing/2014/main" id="{509247A6-7FA5-4C70-B8D4-64482CCCCA0A}"/>
              </a:ext>
            </a:extLst>
          </p:cNvPr>
          <p:cNvSpPr>
            <a:spLocks noGrp="1"/>
          </p:cNvSpPr>
          <p:nvPr>
            <p:ph type="body" sz="quarter" idx="10" hasCustomPrompt="1"/>
          </p:nvPr>
        </p:nvSpPr>
        <p:spPr>
          <a:xfrm>
            <a:off x="336000" y="3546004"/>
            <a:ext cx="11520000" cy="479425"/>
          </a:xfrm>
        </p:spPr>
        <p:txBody>
          <a:bodyPr wrap="square">
            <a:normAutofit/>
          </a:bodyPr>
          <a:lstStyle>
            <a:lvl1pPr marL="0" indent="0" algn="r">
              <a:buNone/>
              <a:defRPr>
                <a:solidFill>
                  <a:srgbClr val="005A96"/>
                </a:solidFill>
              </a:defRPr>
            </a:lvl1pPr>
            <a:lvl2pPr>
              <a:defRPr>
                <a:solidFill>
                  <a:schemeClr val="bg1"/>
                </a:solidFill>
                <a:highlight>
                  <a:srgbClr val="005A96"/>
                </a:highlight>
              </a:defRPr>
            </a:lvl2pPr>
            <a:lvl3pPr>
              <a:defRPr>
                <a:solidFill>
                  <a:schemeClr val="bg1"/>
                </a:solidFill>
                <a:highlight>
                  <a:srgbClr val="005A96"/>
                </a:highlight>
              </a:defRPr>
            </a:lvl3pPr>
            <a:lvl4pPr>
              <a:defRPr>
                <a:solidFill>
                  <a:schemeClr val="bg1"/>
                </a:solidFill>
                <a:highlight>
                  <a:srgbClr val="005A96"/>
                </a:highlight>
              </a:defRPr>
            </a:lvl4pPr>
            <a:lvl5pPr>
              <a:defRPr>
                <a:solidFill>
                  <a:schemeClr val="bg1"/>
                </a:solidFill>
                <a:highlight>
                  <a:srgbClr val="005A96"/>
                </a:highlight>
              </a:defRPr>
            </a:lvl5pPr>
          </a:lstStyle>
          <a:p>
            <a:pPr lvl="0"/>
            <a:r>
              <a:rPr lang="en-US" err="1"/>
              <a:t>Untertitel</a:t>
            </a:r>
            <a:r>
              <a:rPr lang="en-US"/>
              <a:t> / Autor</a:t>
            </a:r>
            <a:endParaRPr lang="en-AT"/>
          </a:p>
        </p:txBody>
      </p:sp>
      <p:pic>
        <p:nvPicPr>
          <p:cNvPr id="6" name="Grafik 5" descr="FH Technikum Wien - University of Applied Sciences">
            <a:extLst>
              <a:ext uri="{FF2B5EF4-FFF2-40B4-BE49-F238E27FC236}">
                <a16:creationId xmlns:a16="http://schemas.microsoft.com/office/drawing/2014/main" id="{6501A466-0610-40A9-AB61-914300F4FEB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48416" y="4248216"/>
            <a:ext cx="4323352" cy="2724304"/>
          </a:xfrm>
          <a:prstGeom prst="rect">
            <a:avLst/>
          </a:prstGeom>
        </p:spPr>
      </p:pic>
    </p:spTree>
    <p:extLst>
      <p:ext uri="{BB962C8B-B14F-4D97-AF65-F5344CB8AC3E}">
        <p14:creationId xmlns:p14="http://schemas.microsoft.com/office/powerpoint/2010/main" val="2093295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HALTSFOLIE 01 Weiß">
    <p:spTree>
      <p:nvGrpSpPr>
        <p:cNvPr id="1" name=""/>
        <p:cNvGrpSpPr/>
        <p:nvPr/>
      </p:nvGrpSpPr>
      <p:grpSpPr>
        <a:xfrm>
          <a:off x="0" y="0"/>
          <a:ext cx="0" cy="0"/>
          <a:chOff x="0" y="0"/>
          <a:chExt cx="0" cy="0"/>
        </a:xfrm>
      </p:grpSpPr>
      <p:sp>
        <p:nvSpPr>
          <p:cNvPr id="23" name="Titelplatzhalter 1"/>
          <p:cNvSpPr>
            <a:spLocks noGrp="1"/>
          </p:cNvSpPr>
          <p:nvPr>
            <p:ph type="title" hasCustomPrompt="1"/>
          </p:nvPr>
        </p:nvSpPr>
        <p:spPr>
          <a:xfrm>
            <a:off x="240000" y="152405"/>
            <a:ext cx="11700427" cy="585537"/>
          </a:xfrm>
          <a:prstGeom prst="rect">
            <a:avLst/>
          </a:prstGeom>
        </p:spPr>
        <p:txBody>
          <a:bodyPr vert="horz" lIns="91440" tIns="45720" rIns="91440" bIns="45720" rtlCol="0" anchor="t">
            <a:normAutofit/>
          </a:bodyPr>
          <a:lstStyle>
            <a:lvl1pPr>
              <a:defRPr baseline="0">
                <a:solidFill>
                  <a:schemeClr val="tx1"/>
                </a:solidFill>
              </a:defRPr>
            </a:lvl1pPr>
          </a:lstStyle>
          <a:p>
            <a:r>
              <a:rPr lang="de-DE"/>
              <a:t>Folien Überschrift 1 (Arial </a:t>
            </a:r>
            <a:r>
              <a:rPr lang="de-DE" err="1"/>
              <a:t>Bold</a:t>
            </a:r>
            <a:r>
              <a:rPr lang="de-DE"/>
              <a:t>, 36pt)</a:t>
            </a:r>
            <a:br>
              <a:rPr lang="de-DE"/>
            </a:br>
            <a:endParaRPr lang="de-AT"/>
          </a:p>
        </p:txBody>
      </p:sp>
      <p:sp>
        <p:nvSpPr>
          <p:cNvPr id="3" name="Textplatzhalter 2">
            <a:extLst>
              <a:ext uri="{FF2B5EF4-FFF2-40B4-BE49-F238E27FC236}">
                <a16:creationId xmlns:a16="http://schemas.microsoft.com/office/drawing/2014/main" id="{926306D8-CDF4-4F2E-9FBD-C5E3FF89EA62}"/>
              </a:ext>
            </a:extLst>
          </p:cNvPr>
          <p:cNvSpPr>
            <a:spLocks noGrp="1"/>
          </p:cNvSpPr>
          <p:nvPr>
            <p:ph type="body" sz="quarter" idx="14"/>
          </p:nvPr>
        </p:nvSpPr>
        <p:spPr>
          <a:xfrm>
            <a:off x="240002" y="810000"/>
            <a:ext cx="11700425" cy="540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cxnSp>
        <p:nvCxnSpPr>
          <p:cNvPr id="10" name="Gerader Verbinder 9">
            <a:extLst>
              <a:ext uri="{C183D7F6-B498-43B3-948B-1728B52AA6E4}">
                <adec:decorative xmlns:adec="http://schemas.microsoft.com/office/drawing/2017/decorative" val="1"/>
              </a:ext>
            </a:extLst>
          </p:cNvPr>
          <p:cNvCxnSpPr/>
          <p:nvPr userDrawn="1"/>
        </p:nvCxnSpPr>
        <p:spPr>
          <a:xfrm>
            <a:off x="11406736" y="6356851"/>
            <a:ext cx="0" cy="444844"/>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C183D7F6-B498-43B3-948B-1728B52AA6E4}">
                <adec:decorative xmlns:adec="http://schemas.microsoft.com/office/drawing/2017/decorative" val="1"/>
              </a:ext>
            </a:extLst>
          </p:cNvPr>
          <p:cNvCxnSpPr/>
          <p:nvPr userDrawn="1"/>
        </p:nvCxnSpPr>
        <p:spPr>
          <a:xfrm>
            <a:off x="0" y="6316203"/>
            <a:ext cx="12192000" cy="0"/>
          </a:xfrm>
          <a:prstGeom prst="line">
            <a:avLst/>
          </a:prstGeom>
          <a:ln w="12700">
            <a:solidFill>
              <a:srgbClr val="72777A"/>
            </a:solidFill>
          </a:ln>
        </p:spPr>
        <p:style>
          <a:lnRef idx="1">
            <a:schemeClr val="accent1"/>
          </a:lnRef>
          <a:fillRef idx="0">
            <a:schemeClr val="accent1"/>
          </a:fillRef>
          <a:effectRef idx="0">
            <a:schemeClr val="accent1"/>
          </a:effectRef>
          <a:fontRef idx="minor">
            <a:schemeClr val="tx1"/>
          </a:fontRef>
        </p:style>
      </p:cxnSp>
      <p:sp>
        <p:nvSpPr>
          <p:cNvPr id="11" name="Fußzeilenplatzhalter 10">
            <a:extLst>
              <a:ext uri="{FF2B5EF4-FFF2-40B4-BE49-F238E27FC236}">
                <a16:creationId xmlns:a16="http://schemas.microsoft.com/office/drawing/2014/main" id="{6A27FB59-6516-4608-814D-69599966B78B}"/>
              </a:ext>
              <a:ext uri="{C183D7F6-B498-43B3-948B-1728B52AA6E4}">
                <adec:decorative xmlns:adec="http://schemas.microsoft.com/office/drawing/2017/decorative" val="1"/>
              </a:ext>
            </a:extLst>
          </p:cNvPr>
          <p:cNvSpPr>
            <a:spLocks noGrp="1"/>
          </p:cNvSpPr>
          <p:nvPr>
            <p:ph type="ftr" sz="quarter" idx="12"/>
          </p:nvPr>
        </p:nvSpPr>
        <p:spPr/>
        <p:txBody>
          <a:bodyPr/>
          <a:lstStyle/>
          <a:p>
            <a:r>
              <a:rPr lang="en-GB"/>
              <a:t>Präsentationstitel | Name | Datum</a:t>
            </a:r>
          </a:p>
        </p:txBody>
      </p:sp>
      <p:sp>
        <p:nvSpPr>
          <p:cNvPr id="13" name="Foliennummernplatzhalter 12">
            <a:extLst>
              <a:ext uri="{FF2B5EF4-FFF2-40B4-BE49-F238E27FC236}">
                <a16:creationId xmlns:a16="http://schemas.microsoft.com/office/drawing/2014/main" id="{E27BF722-F8E8-4DC1-892E-9949A7422027}"/>
              </a:ext>
              <a:ext uri="{C183D7F6-B498-43B3-948B-1728B52AA6E4}">
                <adec:decorative xmlns:adec="http://schemas.microsoft.com/office/drawing/2017/decorative" val="1"/>
              </a:ext>
            </a:extLst>
          </p:cNvPr>
          <p:cNvSpPr>
            <a:spLocks noGrp="1"/>
          </p:cNvSpPr>
          <p:nvPr>
            <p:ph type="sldNum" sz="quarter" idx="13"/>
          </p:nvPr>
        </p:nvSpPr>
        <p:spPr/>
        <p:txBody>
          <a:bodyPr/>
          <a:lstStyle/>
          <a:p>
            <a:fld id="{9C057DB4-583E-41A7-BD94-987342018C17}" type="slidenum">
              <a:rPr lang="en-GB" smtClean="0"/>
              <a:pPr/>
              <a:t>‹Nr.›</a:t>
            </a:fld>
            <a:endParaRPr lang="en-GB"/>
          </a:p>
        </p:txBody>
      </p:sp>
      <p:pic>
        <p:nvPicPr>
          <p:cNvPr id="9" name="Grafik 8">
            <a:extLst>
              <a:ext uri="{FF2B5EF4-FFF2-40B4-BE49-F238E27FC236}">
                <a16:creationId xmlns:a16="http://schemas.microsoft.com/office/drawing/2014/main" id="{585D0149-746E-4803-A83D-AA7F099F90FA}"/>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 y="6272400"/>
            <a:ext cx="929321" cy="585600"/>
          </a:xfrm>
          <a:prstGeom prst="rect">
            <a:avLst/>
          </a:prstGeom>
        </p:spPr>
      </p:pic>
    </p:spTree>
    <p:extLst>
      <p:ext uri="{BB962C8B-B14F-4D97-AF65-F5344CB8AC3E}">
        <p14:creationId xmlns:p14="http://schemas.microsoft.com/office/powerpoint/2010/main" val="2483757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lstStyle/>
          <a:p>
            <a:r>
              <a:t>Footer</a:t>
            </a:r>
          </a:p>
        </p:txBody>
      </p:sp>
      <p:sp>
        <p:nvSpPr>
          <p:cNvPr id="3" name="PlaceHolder 2"/>
          <p:cNvSpPr>
            <a:spLocks noGrp="1"/>
          </p:cNvSpPr>
          <p:nvPr>
            <p:ph type="sldNum" idx="27"/>
          </p:nvPr>
        </p:nvSpPr>
        <p:spPr/>
        <p:txBody>
          <a:bodyPr/>
          <a:lstStyle/>
          <a:p>
            <a:fld id="{821DB61A-CBAB-4D16-84FE-E2AF2B940108}" type="slidenum">
              <a:t>‹Nr.›</a:t>
            </a:fld>
            <a:endParaRPr/>
          </a:p>
        </p:txBody>
      </p:sp>
      <p:sp>
        <p:nvSpPr>
          <p:cNvPr id="4" name="PlaceHolder 3"/>
          <p:cNvSpPr>
            <a:spLocks noGrp="1"/>
          </p:cNvSpPr>
          <p:nvPr>
            <p:ph type="dt" idx="25"/>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p>
            <a:pPr indent="0" algn="ctr" defTabSz="914400">
              <a:lnSpc>
                <a:spcPct val="90000"/>
              </a:lnSpc>
              <a:buNone/>
            </a:pPr>
            <a:r>
              <a:rPr lang="de-DE" sz="6000" b="0" strike="noStrike" spc="-1">
                <a:solidFill>
                  <a:schemeClr val="dk1"/>
                </a:solidFill>
                <a:latin typeface="Aptos Display"/>
              </a:rPr>
              <a:t>Mastertitelformat bearbeiten</a:t>
            </a:r>
            <a:endParaRPr lang="de-DE" sz="6000" b="0" strike="noStrike" spc="-1">
              <a:solidFill>
                <a:schemeClr val="dk1"/>
              </a:solidFill>
              <a:latin typeface="Aptos"/>
            </a:endParaRPr>
          </a:p>
        </p:txBody>
      </p:sp>
      <p:sp>
        <p:nvSpPr>
          <p:cNvPr id="6"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de-AT" sz="1200" b="0" strike="noStrike" spc="-1">
                <a:solidFill>
                  <a:schemeClr val="dk1">
                    <a:tint val="82000"/>
                  </a:schemeClr>
                </a:solidFill>
                <a:latin typeface="Aptos"/>
              </a:defRPr>
            </a:lvl1pPr>
          </a:lstStyle>
          <a:p>
            <a:pPr indent="0" defTabSz="914400">
              <a:lnSpc>
                <a:spcPct val="100000"/>
              </a:lnSpc>
              <a:buNone/>
            </a:pPr>
            <a:r>
              <a:rPr lang="de-AT" sz="1200" b="0" strike="noStrike" spc="-1">
                <a:solidFill>
                  <a:schemeClr val="dk1">
                    <a:tint val="82000"/>
                  </a:schemeClr>
                </a:solidFill>
                <a:latin typeface="Aptos"/>
              </a:rPr>
              <a:t>&lt;Datum/Uhrzeit&gt;</a:t>
            </a:r>
            <a:endParaRPr lang="de-DE" sz="1200" b="0" strike="noStrike" spc="-1">
              <a:solidFill>
                <a:srgbClr val="000000"/>
              </a:solidFill>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de-DE" sz="1400" b="0" strike="noStrike" spc="-1">
                <a:solidFill>
                  <a:srgbClr val="000000"/>
                </a:solidFill>
                <a:latin typeface="Times New Roman"/>
              </a:defRPr>
            </a:lvl1pPr>
          </a:lstStyle>
          <a:p>
            <a:pPr indent="0" algn="ctr">
              <a:buNone/>
            </a:pPr>
            <a:r>
              <a:rPr lang="de-DE" sz="1400" b="0" strike="noStrike" spc="-1">
                <a:solidFill>
                  <a:srgbClr val="000000"/>
                </a:solidFill>
                <a:latin typeface="Times New Roman"/>
              </a:rPr>
              <a:t>&lt;Fußzeile&gt;</a:t>
            </a: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de-AT" sz="1200" b="0" strike="noStrike" spc="-1">
                <a:solidFill>
                  <a:schemeClr val="dk1">
                    <a:tint val="82000"/>
                  </a:schemeClr>
                </a:solidFill>
                <a:latin typeface="Aptos"/>
              </a:defRPr>
            </a:lvl1pPr>
          </a:lstStyle>
          <a:p>
            <a:pPr indent="0" algn="r" defTabSz="914400">
              <a:lnSpc>
                <a:spcPct val="100000"/>
              </a:lnSpc>
              <a:buNone/>
            </a:pPr>
            <a:fld id="{0B35FC17-E4A2-4609-8D3F-B55C38D05C7C}" type="slidenum">
              <a:rPr lang="de-AT" sz="1200" b="0" strike="noStrike" spc="-1">
                <a:solidFill>
                  <a:schemeClr val="dk1">
                    <a:tint val="82000"/>
                  </a:schemeClr>
                </a:solidFill>
                <a:latin typeface="Aptos"/>
              </a:rPr>
              <a:t>‹Nr.›</a:t>
            </a:fld>
            <a:endParaRPr lang="de-DE" sz="1200" b="0" strike="noStrike" spc="-1">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de-DE" sz="2800" b="0" strike="noStrike" spc="-1">
                <a:solidFill>
                  <a:schemeClr val="dk1"/>
                </a:solidFill>
                <a:latin typeface="Aptos"/>
              </a:rPr>
              <a:t>Format des Gliederungstextes durch Klicken bearbeiten</a:t>
            </a:r>
          </a:p>
          <a:p>
            <a:pPr marL="864000" lvl="1" indent="-324000">
              <a:lnSpc>
                <a:spcPct val="90000"/>
              </a:lnSpc>
              <a:spcBef>
                <a:spcPts val="1134"/>
              </a:spcBef>
              <a:buClr>
                <a:srgbClr val="000000"/>
              </a:buClr>
              <a:buSzPct val="75000"/>
              <a:buFont typeface="Symbol" charset="2"/>
              <a:buChar char=""/>
            </a:pPr>
            <a:r>
              <a:rPr lang="de-DE" sz="2000" b="0" strike="noStrike" spc="-1">
                <a:solidFill>
                  <a:schemeClr val="dk1"/>
                </a:solidFill>
                <a:latin typeface="Aptos"/>
              </a:rPr>
              <a:t>Zweite Gliederungsebene</a:t>
            </a:r>
          </a:p>
          <a:p>
            <a:pPr marL="1296000" lvl="2" indent="-288000">
              <a:lnSpc>
                <a:spcPct val="90000"/>
              </a:lnSpc>
              <a:spcBef>
                <a:spcPts val="850"/>
              </a:spcBef>
              <a:buClr>
                <a:srgbClr val="000000"/>
              </a:buClr>
              <a:buSzPct val="45000"/>
              <a:buFont typeface="Wingdings" charset="2"/>
              <a:buChar char=""/>
            </a:pPr>
            <a:r>
              <a:rPr lang="de-DE" sz="1800" b="0" strike="noStrike" spc="-1">
                <a:solidFill>
                  <a:schemeClr val="dk1"/>
                </a:solidFill>
                <a:latin typeface="Aptos"/>
              </a:rPr>
              <a:t>Dritte Gliederungsebene</a:t>
            </a:r>
          </a:p>
          <a:p>
            <a:pPr marL="1728000" lvl="3" indent="-216000">
              <a:lnSpc>
                <a:spcPct val="90000"/>
              </a:lnSpc>
              <a:spcBef>
                <a:spcPts val="567"/>
              </a:spcBef>
              <a:buClr>
                <a:srgbClr val="000000"/>
              </a:buClr>
              <a:buSzPct val="75000"/>
              <a:buFont typeface="Symbol" charset="2"/>
              <a:buChar char=""/>
            </a:pPr>
            <a:r>
              <a:rPr lang="de-DE" sz="1800" b="0" strike="noStrike" spc="-1">
                <a:solidFill>
                  <a:schemeClr val="dk1"/>
                </a:solidFill>
                <a:latin typeface="Aptos"/>
              </a:rPr>
              <a:t>Vierte Gliederungsebene</a:t>
            </a:r>
          </a:p>
          <a:p>
            <a:pPr marL="2160000" lvl="4" indent="-216000">
              <a:lnSpc>
                <a:spcPct val="90000"/>
              </a:lnSpc>
              <a:spcBef>
                <a:spcPts val="283"/>
              </a:spcBef>
              <a:buClr>
                <a:srgbClr val="000000"/>
              </a:buClr>
              <a:buSzPct val="45000"/>
              <a:buFont typeface="Wingdings" charset="2"/>
              <a:buChar char=""/>
            </a:pPr>
            <a:r>
              <a:rPr lang="de-DE" sz="2000" b="0" strike="noStrike" spc="-1">
                <a:solidFill>
                  <a:schemeClr val="dk1"/>
                </a:solidFill>
                <a:latin typeface="Aptos"/>
              </a:rPr>
              <a:t>Fünfte Gliederungsebene</a:t>
            </a:r>
          </a:p>
          <a:p>
            <a:pPr marL="2592000" lvl="5" indent="-216000">
              <a:lnSpc>
                <a:spcPct val="90000"/>
              </a:lnSpc>
              <a:spcBef>
                <a:spcPts val="283"/>
              </a:spcBef>
              <a:buClr>
                <a:srgbClr val="000000"/>
              </a:buClr>
              <a:buSzPct val="45000"/>
              <a:buFont typeface="Wingdings" charset="2"/>
              <a:buChar char=""/>
            </a:pPr>
            <a:r>
              <a:rPr lang="de-DE" sz="2000" b="0" strike="noStrike" spc="-1">
                <a:solidFill>
                  <a:schemeClr val="dk1"/>
                </a:solidFill>
                <a:latin typeface="Aptos"/>
              </a:rPr>
              <a:t>Sechste Gliederungsebene</a:t>
            </a:r>
          </a:p>
          <a:p>
            <a:pPr marL="3024000" lvl="6" indent="-216000">
              <a:lnSpc>
                <a:spcPct val="90000"/>
              </a:lnSpc>
              <a:spcBef>
                <a:spcPts val="283"/>
              </a:spcBef>
              <a:buClr>
                <a:srgbClr val="000000"/>
              </a:buClr>
              <a:buSzPct val="45000"/>
              <a:buFont typeface="Wingdings" charset="2"/>
              <a:buChar char=""/>
            </a:pPr>
            <a:r>
              <a:rPr lang="de-DE" sz="2000" b="0" strike="noStrike" spc="-1">
                <a:solidFill>
                  <a:schemeClr val="dk1"/>
                </a:solidFill>
                <a:latin typeface="Aptos"/>
              </a:rPr>
              <a:t>Siebte Gliederungsebene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de-AT" sz="1200" b="0" strike="noStrike" spc="-1">
                <a:solidFill>
                  <a:schemeClr val="dk1">
                    <a:tint val="82000"/>
                  </a:schemeClr>
                </a:solidFill>
                <a:latin typeface="Aptos"/>
              </a:defRPr>
            </a:lvl1pPr>
          </a:lstStyle>
          <a:p>
            <a:pPr indent="0" defTabSz="914400">
              <a:lnSpc>
                <a:spcPct val="100000"/>
              </a:lnSpc>
              <a:buNone/>
            </a:pPr>
            <a:r>
              <a:rPr lang="de-AT" sz="1200" b="0" strike="noStrike" spc="-1">
                <a:solidFill>
                  <a:schemeClr val="dk1">
                    <a:tint val="82000"/>
                  </a:schemeClr>
                </a:solidFill>
                <a:latin typeface="Aptos"/>
              </a:rPr>
              <a:t>&lt;Datum/Uhrzeit&gt;</a:t>
            </a:r>
            <a:endParaRPr lang="de-DE" sz="1200" b="0" strike="noStrike" spc="-1">
              <a:solidFill>
                <a:srgbClr val="000000"/>
              </a:solidFill>
              <a:latin typeface="Times New Roman"/>
            </a:endParaRPr>
          </a:p>
        </p:txBody>
      </p:sp>
      <p:sp>
        <p:nvSpPr>
          <p:cNvPr id="52"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de-DE" sz="1400" b="0" strike="noStrike" spc="-1">
                <a:solidFill>
                  <a:srgbClr val="000000"/>
                </a:solidFill>
                <a:latin typeface="Times New Roman"/>
              </a:defRPr>
            </a:lvl1pPr>
          </a:lstStyle>
          <a:p>
            <a:pPr indent="0" algn="ctr">
              <a:buNone/>
            </a:pPr>
            <a:r>
              <a:rPr lang="de-DE" sz="1400" b="0" strike="noStrike" spc="-1">
                <a:solidFill>
                  <a:srgbClr val="000000"/>
                </a:solidFill>
                <a:latin typeface="Times New Roman"/>
              </a:rPr>
              <a:t>&lt;Fußzeile&gt;</a:t>
            </a:r>
          </a:p>
        </p:txBody>
      </p:sp>
      <p:sp>
        <p:nvSpPr>
          <p:cNvPr id="53"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de-AT" sz="1200" b="0" strike="noStrike" spc="-1">
                <a:solidFill>
                  <a:schemeClr val="dk1">
                    <a:tint val="82000"/>
                  </a:schemeClr>
                </a:solidFill>
                <a:latin typeface="Aptos"/>
              </a:defRPr>
            </a:lvl1pPr>
          </a:lstStyle>
          <a:p>
            <a:pPr indent="0" algn="r" defTabSz="914400">
              <a:lnSpc>
                <a:spcPct val="100000"/>
              </a:lnSpc>
              <a:buNone/>
            </a:pPr>
            <a:fld id="{29C998E9-76EF-442E-9D89-C5D5D1AD365B}" type="slidenum">
              <a:rPr lang="de-AT" sz="1200" b="0" strike="noStrike" spc="-1">
                <a:solidFill>
                  <a:schemeClr val="dk1">
                    <a:tint val="82000"/>
                  </a:schemeClr>
                </a:solidFill>
                <a:latin typeface="Aptos"/>
              </a:rPr>
              <a:t>‹Nr.›</a:t>
            </a:fld>
            <a:endParaRPr lang="de-DE" sz="1200" b="0" strike="noStrike" spc="-1">
              <a:solidFill>
                <a:srgbClr val="000000"/>
              </a:solidFill>
              <a:latin typeface="Times New Roman"/>
            </a:endParaRPr>
          </a:p>
        </p:txBody>
      </p:sp>
      <p:sp>
        <p:nvSpPr>
          <p:cNvPr id="54"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de-DE" sz="1800" b="0" strike="noStrike" spc="-1">
                <a:solidFill>
                  <a:schemeClr val="dk1"/>
                </a:solidFill>
                <a:latin typeface="Aptos"/>
              </a:rPr>
              <a:t>Format des Titeltextes durch Klicken bearbeiten</a:t>
            </a:r>
          </a:p>
        </p:txBody>
      </p:sp>
      <p:sp>
        <p:nvSpPr>
          <p:cNvPr id="55"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de-DE" sz="2800" b="0" strike="noStrike" spc="-1">
                <a:solidFill>
                  <a:schemeClr val="dk1"/>
                </a:solidFill>
                <a:latin typeface="Aptos"/>
              </a:rPr>
              <a:t>Format des Gliederungstextes durch Klicken bearbeiten</a:t>
            </a:r>
          </a:p>
          <a:p>
            <a:pPr marL="864000" lvl="1" indent="-324000">
              <a:lnSpc>
                <a:spcPct val="90000"/>
              </a:lnSpc>
              <a:spcBef>
                <a:spcPts val="1134"/>
              </a:spcBef>
              <a:buClr>
                <a:srgbClr val="000000"/>
              </a:buClr>
              <a:buSzPct val="75000"/>
              <a:buFont typeface="Symbol" charset="2"/>
              <a:buChar char=""/>
            </a:pPr>
            <a:r>
              <a:rPr lang="de-DE" sz="2000" b="0" strike="noStrike" spc="-1">
                <a:solidFill>
                  <a:schemeClr val="dk1"/>
                </a:solidFill>
                <a:latin typeface="Aptos"/>
              </a:rPr>
              <a:t>Zweite Gliederungsebene</a:t>
            </a:r>
          </a:p>
          <a:p>
            <a:pPr marL="1296000" lvl="2" indent="-288000">
              <a:lnSpc>
                <a:spcPct val="90000"/>
              </a:lnSpc>
              <a:spcBef>
                <a:spcPts val="850"/>
              </a:spcBef>
              <a:buClr>
                <a:srgbClr val="000000"/>
              </a:buClr>
              <a:buSzPct val="45000"/>
              <a:buFont typeface="Wingdings" charset="2"/>
              <a:buChar char=""/>
            </a:pPr>
            <a:r>
              <a:rPr lang="de-DE" sz="1800" b="0" strike="noStrike" spc="-1">
                <a:solidFill>
                  <a:schemeClr val="dk1"/>
                </a:solidFill>
                <a:latin typeface="Aptos"/>
              </a:rPr>
              <a:t>Dritte Gliederungsebene</a:t>
            </a:r>
          </a:p>
          <a:p>
            <a:pPr marL="1728000" lvl="3" indent="-216000">
              <a:lnSpc>
                <a:spcPct val="90000"/>
              </a:lnSpc>
              <a:spcBef>
                <a:spcPts val="567"/>
              </a:spcBef>
              <a:buClr>
                <a:srgbClr val="000000"/>
              </a:buClr>
              <a:buSzPct val="75000"/>
              <a:buFont typeface="Symbol" charset="2"/>
              <a:buChar char=""/>
            </a:pPr>
            <a:r>
              <a:rPr lang="de-DE" sz="1800" b="0" strike="noStrike" spc="-1">
                <a:solidFill>
                  <a:schemeClr val="dk1"/>
                </a:solidFill>
                <a:latin typeface="Aptos"/>
              </a:rPr>
              <a:t>Vierte Gliederungsebene</a:t>
            </a:r>
          </a:p>
          <a:p>
            <a:pPr marL="2160000" lvl="4" indent="-216000">
              <a:lnSpc>
                <a:spcPct val="90000"/>
              </a:lnSpc>
              <a:spcBef>
                <a:spcPts val="283"/>
              </a:spcBef>
              <a:buClr>
                <a:srgbClr val="000000"/>
              </a:buClr>
              <a:buSzPct val="45000"/>
              <a:buFont typeface="Wingdings" charset="2"/>
              <a:buChar char=""/>
            </a:pPr>
            <a:r>
              <a:rPr lang="de-DE" sz="2000" b="0" strike="noStrike" spc="-1">
                <a:solidFill>
                  <a:schemeClr val="dk1"/>
                </a:solidFill>
                <a:latin typeface="Aptos"/>
              </a:rPr>
              <a:t>Fünfte Gliederungsebene</a:t>
            </a:r>
          </a:p>
          <a:p>
            <a:pPr marL="2592000" lvl="5" indent="-216000">
              <a:lnSpc>
                <a:spcPct val="90000"/>
              </a:lnSpc>
              <a:spcBef>
                <a:spcPts val="283"/>
              </a:spcBef>
              <a:buClr>
                <a:srgbClr val="000000"/>
              </a:buClr>
              <a:buSzPct val="45000"/>
              <a:buFont typeface="Wingdings" charset="2"/>
              <a:buChar char=""/>
            </a:pPr>
            <a:r>
              <a:rPr lang="de-DE" sz="2000" b="0" strike="noStrike" spc="-1">
                <a:solidFill>
                  <a:schemeClr val="dk1"/>
                </a:solidFill>
                <a:latin typeface="Aptos"/>
              </a:rPr>
              <a:t>Sechste Gliederungsebene</a:t>
            </a:r>
          </a:p>
          <a:p>
            <a:pPr marL="3024000" lvl="6" indent="-216000">
              <a:lnSpc>
                <a:spcPct val="90000"/>
              </a:lnSpc>
              <a:spcBef>
                <a:spcPts val="283"/>
              </a:spcBef>
              <a:buClr>
                <a:srgbClr val="000000"/>
              </a:buClr>
              <a:buSzPct val="45000"/>
              <a:buFont typeface="Wingdings" charset="2"/>
              <a:buChar char=""/>
            </a:pPr>
            <a:r>
              <a:rPr lang="de-DE" sz="2000" b="0" strike="noStrike" spc="-1">
                <a:solidFill>
                  <a:schemeClr val="dk1"/>
                </a:solidFill>
                <a:latin typeface="Aptos"/>
              </a:rPr>
              <a:t>Siebte Gliederungsebene</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hyperlink" Target="mailto:if25b256@technikum-wien.at" TargetMode="External"/><Relationship Id="rId2" Type="http://schemas.openxmlformats.org/officeDocument/2006/relationships/hyperlink" Target="mailto:if25b287@technikum-wien.at" TargetMode="External"/><Relationship Id="rId1" Type="http://schemas.openxmlformats.org/officeDocument/2006/relationships/slideLayout" Target="../slideLayouts/slideLayout4.xml"/><Relationship Id="rId6" Type="http://schemas.openxmlformats.org/officeDocument/2006/relationships/hyperlink" Target="mailto:if25b154@technikum-wien.at" TargetMode="External"/><Relationship Id="rId5" Type="http://schemas.openxmlformats.org/officeDocument/2006/relationships/hyperlink" Target="mailto:if25b139@technikum-wien.at" TargetMode="External"/><Relationship Id="rId4" Type="http://schemas.openxmlformats.org/officeDocument/2006/relationships/hyperlink" Target="mailto:if25b137@technikum-wien.a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56EB1C7F-050C-48C6-9B1B-6B451B362043}"/>
              </a:ext>
            </a:extLst>
          </p:cNvPr>
          <p:cNvSpPr>
            <a:spLocks noGrp="1"/>
          </p:cNvSpPr>
          <p:nvPr>
            <p:ph type="title"/>
          </p:nvPr>
        </p:nvSpPr>
        <p:spPr>
          <a:xfrm>
            <a:off x="336000" y="1999275"/>
            <a:ext cx="11520000" cy="1440000"/>
          </a:xfrm>
        </p:spPr>
        <p:txBody>
          <a:bodyP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r"/>
            <a:r>
              <a:rPr lang="de-AT" sz="6600" b="1" err="1">
                <a:latin typeface="Arial"/>
                <a:cs typeface="Arial"/>
              </a:rPr>
              <a:t>RetroBattle</a:t>
            </a:r>
            <a:endParaRPr lang="de-AT" sz="6600" b="1" noProof="0">
              <a:latin typeface="Arial"/>
              <a:cs typeface="Arial"/>
            </a:endParaRPr>
          </a:p>
        </p:txBody>
      </p:sp>
      <p:sp>
        <p:nvSpPr>
          <p:cNvPr id="5" name="Textplatzhalter 4">
            <a:extLst>
              <a:ext uri="{FF2B5EF4-FFF2-40B4-BE49-F238E27FC236}">
                <a16:creationId xmlns:a16="http://schemas.microsoft.com/office/drawing/2014/main" id="{E0D9D85D-204C-4B93-B4DE-555E451F8B7A}"/>
              </a:ext>
            </a:extLst>
          </p:cNvPr>
          <p:cNvSpPr>
            <a:spLocks noGrp="1"/>
          </p:cNvSpPr>
          <p:nvPr>
            <p:ph type="body" sz="quarter" idx="10"/>
          </p:nvPr>
        </p:nvSpPr>
        <p:spPr>
          <a:xfrm>
            <a:off x="336000" y="3546004"/>
            <a:ext cx="11520000" cy="479425"/>
          </a:xfrm>
        </p:spPr>
        <p:txBody>
          <a:bodyPr>
            <a:no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r"/>
            <a:r>
              <a:rPr lang="de-AT" sz="5400">
                <a:latin typeface="Arial"/>
                <a:cs typeface="Arial"/>
              </a:rPr>
              <a:t>Team 4</a:t>
            </a:r>
            <a:endParaRPr lang="de-AT" sz="5400" noProof="0">
              <a:latin typeface="Arial"/>
              <a:cs typeface="Arial"/>
            </a:endParaRPr>
          </a:p>
        </p:txBody>
      </p:sp>
    </p:spTree>
    <p:extLst>
      <p:ext uri="{BB962C8B-B14F-4D97-AF65-F5344CB8AC3E}">
        <p14:creationId xmlns:p14="http://schemas.microsoft.com/office/powerpoint/2010/main" val="2759544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10C37-425F-E7B8-A7B7-14D1303FEC7E}"/>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0826191B-5A89-1C0A-6CAA-3392D7FAFDFB}"/>
              </a:ext>
            </a:extLst>
          </p:cNvPr>
          <p:cNvSpPr>
            <a:spLocks noGrp="1"/>
          </p:cNvSpPr>
          <p:nvPr>
            <p:ph type="title"/>
          </p:nvPr>
        </p:nvSpPr>
        <p:spPr>
          <a:xfrm>
            <a:off x="240000" y="152405"/>
            <a:ext cx="11700427" cy="1071765"/>
          </a:xfrm>
        </p:spPr>
        <p:txBody>
          <a:bodyPr>
            <a:normAutofit fontScale="90000"/>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spcBef>
                <a:spcPts val="1001"/>
              </a:spcBef>
            </a:pPr>
            <a:r>
              <a:rPr lang="de-AT" sz="3600" b="1" err="1">
                <a:solidFill>
                  <a:schemeClr val="dk1"/>
                </a:solidFill>
                <a:latin typeface="Arial"/>
                <a:cs typeface="Arial"/>
              </a:rPr>
              <a:t>RetroBattle</a:t>
            </a:r>
            <a:br>
              <a:rPr lang="de-AT" sz="3600" b="1">
                <a:solidFill>
                  <a:schemeClr val="dk1"/>
                </a:solidFill>
                <a:latin typeface="Arial"/>
                <a:cs typeface="Arial"/>
              </a:rPr>
            </a:br>
            <a:r>
              <a:rPr lang="de-AT" sz="3600" b="1">
                <a:solidFill>
                  <a:schemeClr val="dk1"/>
                </a:solidFill>
                <a:latin typeface="Arial"/>
                <a:cs typeface="Arial"/>
              </a:rPr>
              <a:t>Team 4</a:t>
            </a:r>
            <a:endParaRPr lang="de-DE" sz="3600">
              <a:solidFill>
                <a:schemeClr val="dk1"/>
              </a:solidFill>
              <a:latin typeface="Arial"/>
              <a:cs typeface="Arial"/>
            </a:endParaRPr>
          </a:p>
          <a:p>
            <a:pPr algn="ctr"/>
            <a:br>
              <a:rPr lang="de-AT" sz="3600" b="1">
                <a:latin typeface="Arial"/>
                <a:cs typeface="Arial"/>
              </a:rPr>
            </a:br>
            <a:br>
              <a:rPr lang="de-AT" sz="3600" b="1">
                <a:latin typeface="Arial"/>
                <a:cs typeface="Arial"/>
              </a:rPr>
            </a:br>
            <a:br>
              <a:rPr lang="de-AT" sz="3600" b="1">
                <a:latin typeface="Arial"/>
                <a:cs typeface="Arial"/>
              </a:rPr>
            </a:br>
            <a:endParaRPr lang="de-DE" sz="3600">
              <a:solidFill>
                <a:schemeClr val="dk1"/>
              </a:solidFill>
              <a:latin typeface="Arial"/>
              <a:cs typeface="Arial"/>
            </a:endParaRPr>
          </a:p>
          <a:p>
            <a:endParaRPr lang="en-US"/>
          </a:p>
        </p:txBody>
      </p:sp>
      <p:sp>
        <p:nvSpPr>
          <p:cNvPr id="7" name="Textplatzhalter 6">
            <a:extLst>
              <a:ext uri="{FF2B5EF4-FFF2-40B4-BE49-F238E27FC236}">
                <a16:creationId xmlns:a16="http://schemas.microsoft.com/office/drawing/2014/main" id="{55C94B7E-438C-1EC7-8745-DF2F03A0A11A}"/>
              </a:ext>
            </a:extLst>
          </p:cNvPr>
          <p:cNvSpPr>
            <a:spLocks noGrp="1"/>
          </p:cNvSpPr>
          <p:nvPr>
            <p:ph type="body" sz="quarter" idx="14"/>
          </p:nvPr>
        </p:nvSpPr>
        <p:spPr>
          <a:xfrm>
            <a:off x="240002" y="1608286"/>
            <a:ext cx="11700425" cy="4601714"/>
          </a:xfrm>
        </p:spPr>
        <p:txBody>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indent="0" algn="ctr">
              <a:lnSpc>
                <a:spcPct val="100000"/>
              </a:lnSpc>
              <a:spcBef>
                <a:spcPts val="0"/>
              </a:spcBef>
              <a:buNone/>
            </a:pPr>
            <a:r>
              <a:rPr lang="en-US" b="1">
                <a:solidFill>
                  <a:schemeClr val="dk1"/>
                </a:solidFill>
                <a:latin typeface="Arial"/>
                <a:cs typeface="Arial"/>
              </a:rPr>
              <a:t>Project Supervisor</a:t>
            </a:r>
            <a:endParaRPr lang="de-DE">
              <a:solidFill>
                <a:schemeClr val="dk1"/>
              </a:solidFill>
              <a:latin typeface="Arial"/>
              <a:cs typeface="Arial"/>
            </a:endParaRPr>
          </a:p>
          <a:p>
            <a:pPr indent="0" algn="ctr">
              <a:lnSpc>
                <a:spcPct val="100000"/>
              </a:lnSpc>
              <a:spcBef>
                <a:spcPts val="0"/>
              </a:spcBef>
              <a:buNone/>
            </a:pPr>
            <a:r>
              <a:rPr lang="en-US">
                <a:solidFill>
                  <a:schemeClr val="dk1"/>
                </a:solidFill>
                <a:latin typeface="Arial"/>
                <a:cs typeface="Arial"/>
              </a:rPr>
              <a:t>Elmin Smajlovic, MSc.</a:t>
            </a:r>
            <a:endParaRPr lang="de-DE">
              <a:solidFill>
                <a:schemeClr val="dk1"/>
              </a:solidFill>
              <a:latin typeface="Arial"/>
              <a:cs typeface="Arial"/>
            </a:endParaRPr>
          </a:p>
          <a:p>
            <a:pPr algn="ctr">
              <a:lnSpc>
                <a:spcPct val="100000"/>
              </a:lnSpc>
              <a:spcBef>
                <a:spcPts val="0"/>
              </a:spcBef>
            </a:pPr>
            <a:endParaRPr lang="de-DE">
              <a:latin typeface="Arial"/>
              <a:cs typeface="Arial"/>
            </a:endParaRPr>
          </a:p>
          <a:p>
            <a:pPr indent="0" algn="ctr">
              <a:lnSpc>
                <a:spcPct val="100000"/>
              </a:lnSpc>
              <a:spcBef>
                <a:spcPts val="0"/>
              </a:spcBef>
              <a:buNone/>
            </a:pPr>
            <a:r>
              <a:rPr lang="en-US" b="1">
                <a:solidFill>
                  <a:schemeClr val="dk1"/>
                </a:solidFill>
                <a:latin typeface="Arial"/>
                <a:cs typeface="Arial"/>
              </a:rPr>
              <a:t>Project lead of students</a:t>
            </a:r>
            <a:endParaRPr lang="de-DE">
              <a:solidFill>
                <a:schemeClr val="dk1"/>
              </a:solidFill>
              <a:latin typeface="Arial"/>
              <a:cs typeface="Arial"/>
            </a:endParaRPr>
          </a:p>
          <a:p>
            <a:pPr indent="0" algn="ctr">
              <a:lnSpc>
                <a:spcPct val="100000"/>
              </a:lnSpc>
              <a:spcBef>
                <a:spcPts val="0"/>
              </a:spcBef>
              <a:buNone/>
            </a:pPr>
            <a:r>
              <a:rPr lang="en-US">
                <a:solidFill>
                  <a:schemeClr val="dk1"/>
                </a:solidFill>
                <a:latin typeface="Arial"/>
                <a:cs typeface="Arial"/>
              </a:rPr>
              <a:t>Antonios Sotiriou </a:t>
            </a:r>
            <a:r>
              <a:rPr lang="en-US">
                <a:solidFill>
                  <a:schemeClr val="dk1"/>
                </a:solidFill>
                <a:latin typeface="Arial"/>
                <a:cs typeface="Arial"/>
                <a:hlinkClick r:id="rId2">
                  <a:extLst>
                    <a:ext uri="{A12FA001-AC4F-418D-AE19-62706E023703}">
                      <ahyp:hlinkClr xmlns:ahyp="http://schemas.microsoft.com/office/drawing/2018/hyperlinkcolor" val="tx"/>
                    </a:ext>
                  </a:extLst>
                </a:hlinkClick>
              </a:rPr>
              <a:t>if25b287@technikum-wien.at</a:t>
            </a:r>
            <a:br>
              <a:rPr lang="en-US">
                <a:solidFill>
                  <a:schemeClr val="dk1"/>
                </a:solidFill>
                <a:latin typeface="Arial"/>
                <a:cs typeface="Arial"/>
              </a:rPr>
            </a:br>
            <a:br>
              <a:rPr lang="en-US">
                <a:latin typeface="Arial"/>
                <a:cs typeface="Arial"/>
              </a:rPr>
            </a:br>
            <a:r>
              <a:rPr lang="en-US" b="1">
                <a:solidFill>
                  <a:schemeClr val="dk1"/>
                </a:solidFill>
                <a:latin typeface="Arial"/>
                <a:cs typeface="Arial"/>
              </a:rPr>
              <a:t>    Project members (Developers-Students)</a:t>
            </a:r>
            <a:endParaRPr lang="de-DE">
              <a:solidFill>
                <a:schemeClr val="dk1"/>
              </a:solidFill>
              <a:latin typeface="Arial"/>
              <a:cs typeface="Arial"/>
            </a:endParaRPr>
          </a:p>
          <a:p>
            <a:pPr indent="0" algn="ctr">
              <a:lnSpc>
                <a:spcPct val="100000"/>
              </a:lnSpc>
              <a:spcBef>
                <a:spcPts val="0"/>
              </a:spcBef>
              <a:buNone/>
            </a:pPr>
            <a:r>
              <a:rPr lang="en-US">
                <a:solidFill>
                  <a:schemeClr val="dk1"/>
                </a:solidFill>
                <a:latin typeface="Arial"/>
                <a:cs typeface="Arial"/>
              </a:rPr>
              <a:t>Julian Döberl </a:t>
            </a:r>
            <a:r>
              <a:rPr lang="en-US">
                <a:solidFill>
                  <a:schemeClr val="dk1"/>
                </a:solidFill>
                <a:latin typeface="Arial"/>
                <a:cs typeface="Arial"/>
                <a:hlinkClick r:id="rId3">
                  <a:extLst>
                    <a:ext uri="{A12FA001-AC4F-418D-AE19-62706E023703}">
                      <ahyp:hlinkClr xmlns:ahyp="http://schemas.microsoft.com/office/drawing/2018/hyperlinkcolor" val="tx"/>
                    </a:ext>
                  </a:extLst>
                </a:hlinkClick>
              </a:rPr>
              <a:t>if25b256@technikum-wien.at</a:t>
            </a:r>
            <a:endParaRPr lang="de-DE">
              <a:solidFill>
                <a:schemeClr val="dk1"/>
              </a:solidFill>
              <a:latin typeface="Arial"/>
              <a:cs typeface="Arial"/>
            </a:endParaRPr>
          </a:p>
          <a:p>
            <a:pPr indent="0" algn="ctr">
              <a:lnSpc>
                <a:spcPct val="100000"/>
              </a:lnSpc>
              <a:spcBef>
                <a:spcPts val="0"/>
              </a:spcBef>
              <a:buNone/>
            </a:pPr>
            <a:r>
              <a:rPr lang="en-US">
                <a:solidFill>
                  <a:schemeClr val="dk1"/>
                </a:solidFill>
                <a:latin typeface="Arial"/>
                <a:cs typeface="Arial"/>
              </a:rPr>
              <a:t>Karabacek-Shahri Niloufar </a:t>
            </a:r>
            <a:r>
              <a:rPr lang="en-US">
                <a:solidFill>
                  <a:schemeClr val="dk1"/>
                </a:solidFill>
                <a:latin typeface="Arial"/>
                <a:cs typeface="Arial"/>
                <a:hlinkClick r:id="rId4">
                  <a:extLst>
                    <a:ext uri="{A12FA001-AC4F-418D-AE19-62706E023703}">
                      <ahyp:hlinkClr xmlns:ahyp="http://schemas.microsoft.com/office/drawing/2018/hyperlinkcolor" val="tx"/>
                    </a:ext>
                  </a:extLst>
                </a:hlinkClick>
              </a:rPr>
              <a:t>if25b137@technikum-wien.at</a:t>
            </a:r>
            <a:endParaRPr lang="de-DE">
              <a:solidFill>
                <a:schemeClr val="dk1"/>
              </a:solidFill>
              <a:latin typeface="Arial"/>
              <a:cs typeface="Arial"/>
            </a:endParaRPr>
          </a:p>
          <a:p>
            <a:pPr indent="0" algn="ctr">
              <a:lnSpc>
                <a:spcPct val="100000"/>
              </a:lnSpc>
              <a:spcBef>
                <a:spcPts val="0"/>
              </a:spcBef>
              <a:buNone/>
            </a:pPr>
            <a:r>
              <a:rPr lang="en-US">
                <a:solidFill>
                  <a:schemeClr val="dk1"/>
                </a:solidFill>
                <a:latin typeface="Arial"/>
                <a:cs typeface="Arial"/>
              </a:rPr>
              <a:t>Karadeniz Alev </a:t>
            </a:r>
            <a:r>
              <a:rPr lang="en-US">
                <a:solidFill>
                  <a:schemeClr val="dk1"/>
                </a:solidFill>
                <a:latin typeface="Arial"/>
                <a:cs typeface="Arial"/>
                <a:hlinkClick r:id="rId5">
                  <a:extLst>
                    <a:ext uri="{A12FA001-AC4F-418D-AE19-62706E023703}">
                      <ahyp:hlinkClr xmlns:ahyp="http://schemas.microsoft.com/office/drawing/2018/hyperlinkcolor" val="tx"/>
                    </a:ext>
                  </a:extLst>
                </a:hlinkClick>
              </a:rPr>
              <a:t>if25b139@technikum-wien.at</a:t>
            </a:r>
            <a:endParaRPr lang="de-DE">
              <a:solidFill>
                <a:schemeClr val="dk1"/>
              </a:solidFill>
              <a:latin typeface="Arial"/>
              <a:cs typeface="Arial"/>
            </a:endParaRPr>
          </a:p>
          <a:p>
            <a:pPr indent="0" algn="ctr">
              <a:lnSpc>
                <a:spcPct val="100000"/>
              </a:lnSpc>
              <a:spcBef>
                <a:spcPts val="0"/>
              </a:spcBef>
              <a:buNone/>
            </a:pPr>
            <a:r>
              <a:rPr lang="de-AT">
                <a:solidFill>
                  <a:schemeClr val="dk1"/>
                </a:solidFill>
                <a:latin typeface="Arial"/>
                <a:cs typeface="Arial"/>
              </a:rPr>
              <a:t>Ermylos Schubart </a:t>
            </a:r>
            <a:r>
              <a:rPr lang="de-AT">
                <a:solidFill>
                  <a:schemeClr val="dk1"/>
                </a:solidFill>
                <a:latin typeface="Arial"/>
                <a:cs typeface="Arial"/>
                <a:hlinkClick r:id="rId6">
                  <a:extLst>
                    <a:ext uri="{A12FA001-AC4F-418D-AE19-62706E023703}">
                      <ahyp:hlinkClr xmlns:ahyp="http://schemas.microsoft.com/office/drawing/2018/hyperlinkcolor" val="tx"/>
                    </a:ext>
                  </a:extLst>
                </a:hlinkClick>
              </a:rPr>
              <a:t>if25b154@technikum-wien.at</a:t>
            </a:r>
            <a:endParaRPr lang="de-DE">
              <a:solidFill>
                <a:schemeClr val="dk1"/>
              </a:solidFill>
              <a:latin typeface="Arial"/>
              <a:cs typeface="Arial"/>
            </a:endParaRPr>
          </a:p>
          <a:p>
            <a:endParaRPr lang="en-US">
              <a:latin typeface="Arial"/>
              <a:cs typeface="Arial"/>
            </a:endParaRPr>
          </a:p>
        </p:txBody>
      </p:sp>
      <p:sp>
        <p:nvSpPr>
          <p:cNvPr id="4" name="Fußzeilenplatzhalter 3">
            <a:extLst>
              <a:ext uri="{FF2B5EF4-FFF2-40B4-BE49-F238E27FC236}">
                <a16:creationId xmlns:a16="http://schemas.microsoft.com/office/drawing/2014/main" id="{7906605C-8C6A-7504-9198-DDD68ADBDB51}"/>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t>RetroBattle| Team 4 | 06/26</a:t>
            </a:r>
          </a:p>
        </p:txBody>
      </p:sp>
      <p:sp>
        <p:nvSpPr>
          <p:cNvPr id="5" name="Foliennummernplatzhalter 4">
            <a:extLst>
              <a:ext uri="{FF2B5EF4-FFF2-40B4-BE49-F238E27FC236}">
                <a16:creationId xmlns:a16="http://schemas.microsoft.com/office/drawing/2014/main" id="{75080362-1DED-28DB-B93B-4323603A12E3}"/>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2</a:t>
            </a:fld>
            <a:endParaRPr lang="en-GB"/>
          </a:p>
        </p:txBody>
      </p:sp>
    </p:spTree>
    <p:extLst>
      <p:ext uri="{BB962C8B-B14F-4D97-AF65-F5344CB8AC3E}">
        <p14:creationId xmlns:p14="http://schemas.microsoft.com/office/powerpoint/2010/main" val="1969351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41F14-ADC1-9794-5734-309DA07498D3}"/>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4A4ABA13-B45D-0939-1A8B-519B7BB7D985}"/>
              </a:ext>
            </a:extLst>
          </p:cNvPr>
          <p:cNvSpPr>
            <a:spLocks noGrp="1"/>
          </p:cNvSpPr>
          <p:nvPr>
            <p:ph type="title"/>
          </p:nvPr>
        </p:nvSpPr>
        <p:spPr>
          <a:xfrm>
            <a:off x="240000" y="152405"/>
            <a:ext cx="11700427" cy="1071765"/>
          </a:xfrm>
        </p:spPr>
        <p:txBody>
          <a:bodyPr>
            <a:normAutofit fontScale="90000"/>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spcBef>
                <a:spcPts val="1001"/>
              </a:spcBef>
            </a:pPr>
            <a:r>
              <a:rPr lang="en-US" sz="3600" b="1" err="1">
                <a:solidFill>
                  <a:schemeClr val="dk1"/>
                </a:solidFill>
                <a:latin typeface="Arial"/>
                <a:cs typeface="Arial"/>
              </a:rPr>
              <a:t>Inhaltsverzeichnis</a:t>
            </a:r>
            <a:r>
              <a:rPr lang="en-US" sz="3600" b="1">
                <a:solidFill>
                  <a:schemeClr val="dk1"/>
                </a:solidFill>
                <a:latin typeface="Arial"/>
                <a:cs typeface="Arial"/>
              </a:rPr>
              <a:t> </a:t>
            </a:r>
            <a:endParaRPr lang="en-US" sz="3600" b="1">
              <a:solidFill>
                <a:schemeClr val="dk1"/>
              </a:solidFill>
              <a:latin typeface="Arial"/>
            </a:endParaRPr>
          </a:p>
          <a:p>
            <a:pPr algn="ctr"/>
            <a:br>
              <a:rPr lang="de-AT" sz="3600" b="1">
                <a:latin typeface="Arial"/>
                <a:cs typeface="Arial"/>
              </a:rPr>
            </a:br>
            <a:br>
              <a:rPr lang="de-AT" sz="3600" b="1">
                <a:latin typeface="Arial"/>
                <a:cs typeface="Arial"/>
              </a:rPr>
            </a:br>
            <a:br>
              <a:rPr lang="de-AT" sz="3600" b="1">
                <a:latin typeface="Arial"/>
                <a:cs typeface="Arial"/>
              </a:rPr>
            </a:br>
            <a:endParaRPr lang="de-DE" sz="3600">
              <a:solidFill>
                <a:schemeClr val="dk1"/>
              </a:solidFill>
              <a:latin typeface="Arial"/>
              <a:cs typeface="Arial"/>
            </a:endParaRPr>
          </a:p>
          <a:p>
            <a:endParaRPr lang="en-US"/>
          </a:p>
        </p:txBody>
      </p:sp>
      <p:sp>
        <p:nvSpPr>
          <p:cNvPr id="7" name="Textplatzhalter 6">
            <a:extLst>
              <a:ext uri="{FF2B5EF4-FFF2-40B4-BE49-F238E27FC236}">
                <a16:creationId xmlns:a16="http://schemas.microsoft.com/office/drawing/2014/main" id="{5085010F-CB26-6D4A-8530-437190C48013}"/>
              </a:ext>
            </a:extLst>
          </p:cNvPr>
          <p:cNvSpPr>
            <a:spLocks noGrp="1"/>
          </p:cNvSpPr>
          <p:nvPr>
            <p:ph type="body" sz="quarter" idx="14"/>
          </p:nvPr>
        </p:nvSpPr>
        <p:spPr>
          <a:xfrm>
            <a:off x="494002" y="1492172"/>
            <a:ext cx="11700425" cy="4275143"/>
          </a:xfrm>
        </p:spPr>
        <p:txBody>
          <a:bodyP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200" indent="-457200">
              <a:lnSpc>
                <a:spcPct val="100000"/>
              </a:lnSpc>
              <a:spcBef>
                <a:spcPts val="0"/>
              </a:spcBef>
              <a:buFont typeface="Arial"/>
              <a:buChar char="•"/>
            </a:pPr>
            <a:r>
              <a:rPr lang="de-AT">
                <a:solidFill>
                  <a:schemeClr val="dk1"/>
                </a:solidFill>
                <a:latin typeface="Arial"/>
                <a:cs typeface="Arial"/>
              </a:rPr>
              <a:t>Vorwort ....................................................................................................4</a:t>
            </a:r>
            <a:endParaRPr lang="de-DE">
              <a:solidFill>
                <a:schemeClr val="dk1"/>
              </a:solidFill>
              <a:latin typeface="Arial"/>
              <a:cs typeface="Arial"/>
            </a:endParaRPr>
          </a:p>
          <a:p>
            <a:pPr marL="457200" indent="-457200">
              <a:lnSpc>
                <a:spcPct val="100000"/>
              </a:lnSpc>
              <a:spcBef>
                <a:spcPts val="0"/>
              </a:spcBef>
              <a:buFont typeface="Arial"/>
              <a:buChar char="•"/>
            </a:pPr>
            <a:r>
              <a:rPr lang="de-AT">
                <a:solidFill>
                  <a:schemeClr val="dk1"/>
                </a:solidFill>
                <a:latin typeface="Arial"/>
                <a:cs typeface="Arial"/>
              </a:rPr>
              <a:t>Ziel des Spiels..........................................................................................5</a:t>
            </a:r>
            <a:endParaRPr lang="de-DE">
              <a:solidFill>
                <a:schemeClr val="dk1"/>
              </a:solidFill>
              <a:latin typeface="Arial"/>
              <a:cs typeface="Arial"/>
            </a:endParaRPr>
          </a:p>
          <a:p>
            <a:pPr marL="457200" indent="-457200">
              <a:lnSpc>
                <a:spcPct val="100000"/>
              </a:lnSpc>
              <a:spcBef>
                <a:spcPts val="0"/>
              </a:spcBef>
              <a:buFont typeface="Arial"/>
              <a:buChar char="•"/>
            </a:pPr>
            <a:r>
              <a:rPr lang="de-AT" dirty="0">
                <a:solidFill>
                  <a:schemeClr val="dk1"/>
                </a:solidFill>
                <a:latin typeface="Arial"/>
                <a:cs typeface="Arial"/>
              </a:rPr>
              <a:t>Game </a:t>
            </a:r>
            <a:r>
              <a:rPr lang="de-AT" dirty="0" err="1">
                <a:solidFill>
                  <a:schemeClr val="dk1"/>
                </a:solidFill>
                <a:latin typeface="Arial"/>
                <a:cs typeface="Arial"/>
              </a:rPr>
              <a:t>Entities</a:t>
            </a:r>
            <a:r>
              <a:rPr lang="de-AT" dirty="0">
                <a:solidFill>
                  <a:schemeClr val="dk1"/>
                </a:solidFill>
                <a:latin typeface="Arial"/>
                <a:cs typeface="Arial"/>
              </a:rPr>
              <a:t>...........................................................................................6</a:t>
            </a:r>
            <a:endParaRPr lang="de-DE" dirty="0">
              <a:solidFill>
                <a:schemeClr val="dk1"/>
              </a:solidFill>
              <a:latin typeface="Arial"/>
              <a:cs typeface="Arial"/>
            </a:endParaRPr>
          </a:p>
          <a:p>
            <a:pPr marL="457200" indent="-457200">
              <a:lnSpc>
                <a:spcPct val="100000"/>
              </a:lnSpc>
              <a:spcBef>
                <a:spcPts val="0"/>
              </a:spcBef>
              <a:buFont typeface="Arial"/>
              <a:buChar char="•"/>
            </a:pPr>
            <a:r>
              <a:rPr lang="de-AT" dirty="0" err="1">
                <a:solidFill>
                  <a:schemeClr val="dk1"/>
                </a:solidFill>
                <a:latin typeface="Arial"/>
                <a:cs typeface="Arial"/>
              </a:rPr>
              <a:t>Keybindings</a:t>
            </a:r>
            <a:r>
              <a:rPr lang="de-AT" dirty="0">
                <a:solidFill>
                  <a:schemeClr val="dk1"/>
                </a:solidFill>
                <a:latin typeface="Arial"/>
                <a:cs typeface="Arial"/>
              </a:rPr>
              <a:t>..............................................................................................7</a:t>
            </a:r>
            <a:endParaRPr lang="de-DE" dirty="0">
              <a:solidFill>
                <a:schemeClr val="dk1"/>
              </a:solidFill>
              <a:latin typeface="Arial"/>
              <a:cs typeface="Arial"/>
            </a:endParaRPr>
          </a:p>
          <a:p>
            <a:pPr marL="457200" indent="-457200">
              <a:lnSpc>
                <a:spcPct val="100000"/>
              </a:lnSpc>
              <a:spcBef>
                <a:spcPts val="0"/>
              </a:spcBef>
              <a:buFont typeface="Arial"/>
              <a:buChar char="•"/>
            </a:pPr>
            <a:r>
              <a:rPr lang="de-AT">
                <a:solidFill>
                  <a:schemeClr val="dk1"/>
                </a:solidFill>
                <a:latin typeface="Arial"/>
                <a:cs typeface="Arial"/>
              </a:rPr>
              <a:t>Start Bildschirm........................................................................................ 8</a:t>
            </a:r>
            <a:endParaRPr lang="de-DE">
              <a:solidFill>
                <a:schemeClr val="dk1"/>
              </a:solidFill>
              <a:latin typeface="Arial"/>
              <a:cs typeface="Arial"/>
            </a:endParaRPr>
          </a:p>
          <a:p>
            <a:pPr marL="457200" indent="-457200">
              <a:lnSpc>
                <a:spcPct val="100000"/>
              </a:lnSpc>
              <a:spcBef>
                <a:spcPts val="0"/>
              </a:spcBef>
              <a:buFont typeface="Arial"/>
              <a:buChar char="•"/>
            </a:pPr>
            <a:r>
              <a:rPr lang="de-AT">
                <a:solidFill>
                  <a:schemeClr val="dk1"/>
                </a:solidFill>
                <a:latin typeface="Arial"/>
                <a:cs typeface="Arial"/>
              </a:rPr>
              <a:t>Start Raum............................................................................................... 9</a:t>
            </a:r>
            <a:endParaRPr lang="de-DE">
              <a:solidFill>
                <a:schemeClr val="dk1"/>
              </a:solidFill>
              <a:latin typeface="Arial"/>
              <a:cs typeface="Arial"/>
            </a:endParaRPr>
          </a:p>
          <a:p>
            <a:pPr marL="457200" indent="-457200">
              <a:lnSpc>
                <a:spcPct val="100000"/>
              </a:lnSpc>
              <a:spcBef>
                <a:spcPts val="0"/>
              </a:spcBef>
              <a:buFont typeface="Arial"/>
              <a:buChar char="•"/>
            </a:pPr>
            <a:r>
              <a:rPr lang="de-AT">
                <a:solidFill>
                  <a:schemeClr val="dk1"/>
                </a:solidFill>
                <a:latin typeface="Arial"/>
                <a:cs typeface="Arial"/>
              </a:rPr>
              <a:t>Kampffenster............................................................................................10</a:t>
            </a:r>
            <a:endParaRPr lang="de-DE">
              <a:solidFill>
                <a:schemeClr val="dk1"/>
              </a:solidFill>
              <a:latin typeface="Arial"/>
              <a:cs typeface="Arial"/>
            </a:endParaRPr>
          </a:p>
          <a:p>
            <a:pPr marL="457200" indent="-457200">
              <a:lnSpc>
                <a:spcPct val="100000"/>
              </a:lnSpc>
              <a:spcBef>
                <a:spcPts val="0"/>
              </a:spcBef>
              <a:buFont typeface="Arial"/>
              <a:buChar char="•"/>
            </a:pPr>
            <a:r>
              <a:rPr lang="de-AT" dirty="0">
                <a:solidFill>
                  <a:schemeClr val="dk1"/>
                </a:solidFill>
                <a:latin typeface="Arial"/>
                <a:cs typeface="Arial"/>
              </a:rPr>
              <a:t>Interagieren mit </a:t>
            </a:r>
            <a:r>
              <a:rPr lang="de-AT" dirty="0" err="1">
                <a:solidFill>
                  <a:schemeClr val="dk1"/>
                </a:solidFill>
                <a:latin typeface="Arial"/>
                <a:cs typeface="Arial"/>
              </a:rPr>
              <a:t>Relics</a:t>
            </a:r>
            <a:r>
              <a:rPr lang="de-AT" dirty="0">
                <a:solidFill>
                  <a:schemeClr val="dk1"/>
                </a:solidFill>
                <a:latin typeface="Arial"/>
                <a:cs typeface="Arial"/>
              </a:rPr>
              <a:t>..............................................................................11</a:t>
            </a:r>
            <a:endParaRPr lang="de-DE" dirty="0">
              <a:solidFill>
                <a:schemeClr val="dk1"/>
              </a:solidFill>
              <a:latin typeface="Arial"/>
              <a:cs typeface="Arial"/>
            </a:endParaRPr>
          </a:p>
          <a:p>
            <a:pPr marL="457200" indent="-457200">
              <a:lnSpc>
                <a:spcPct val="100000"/>
              </a:lnSpc>
              <a:spcBef>
                <a:spcPts val="0"/>
              </a:spcBef>
              <a:buFont typeface="Arial"/>
              <a:buChar char="•"/>
            </a:pPr>
            <a:r>
              <a:rPr lang="de-AT">
                <a:solidFill>
                  <a:schemeClr val="dk1"/>
                </a:solidFill>
                <a:latin typeface="Arial"/>
                <a:cs typeface="Arial"/>
              </a:rPr>
              <a:t>Interagieren mit Gatekeeper.....................................................................12</a:t>
            </a:r>
            <a:endParaRPr lang="de-DE">
              <a:solidFill>
                <a:schemeClr val="dk1"/>
              </a:solidFill>
              <a:latin typeface="Arial"/>
              <a:cs typeface="Arial"/>
            </a:endParaRPr>
          </a:p>
          <a:p>
            <a:pPr marL="457200" indent="-457200">
              <a:lnSpc>
                <a:spcPct val="100000"/>
              </a:lnSpc>
              <a:spcBef>
                <a:spcPts val="0"/>
              </a:spcBef>
              <a:buFont typeface="Arial"/>
              <a:buChar char="•"/>
            </a:pPr>
            <a:r>
              <a:rPr lang="de-AT">
                <a:solidFill>
                  <a:schemeClr val="dk1"/>
                </a:solidFill>
                <a:latin typeface="Arial"/>
                <a:cs typeface="Arial"/>
              </a:rPr>
              <a:t>Allgemeine Informationen.........................................................................15</a:t>
            </a:r>
            <a:endParaRPr lang="de-DE">
              <a:solidFill>
                <a:schemeClr val="dk1"/>
              </a:solidFill>
              <a:latin typeface="Arial"/>
              <a:cs typeface="Arial"/>
            </a:endParaRPr>
          </a:p>
          <a:p>
            <a:pPr marL="457200" indent="-457200">
              <a:lnSpc>
                <a:spcPct val="100000"/>
              </a:lnSpc>
              <a:spcBef>
                <a:spcPts val="0"/>
              </a:spcBef>
              <a:buFont typeface="Arial"/>
              <a:buChar char="•"/>
            </a:pPr>
            <a:r>
              <a:rPr lang="de-AT">
                <a:solidFill>
                  <a:schemeClr val="dk1"/>
                </a:solidFill>
                <a:latin typeface="Arial"/>
                <a:cs typeface="Arial"/>
              </a:rPr>
              <a:t>Nachwort ..................................................................................................16</a:t>
            </a:r>
            <a:endParaRPr lang="de-DE">
              <a:solidFill>
                <a:schemeClr val="dk1"/>
              </a:solidFill>
              <a:latin typeface="Arial"/>
              <a:cs typeface="Arial"/>
            </a:endParaRPr>
          </a:p>
          <a:p>
            <a:endParaRPr lang="en-US">
              <a:latin typeface="Arial"/>
              <a:cs typeface="Arial"/>
            </a:endParaRPr>
          </a:p>
        </p:txBody>
      </p:sp>
      <p:sp>
        <p:nvSpPr>
          <p:cNvPr id="4" name="Fußzeilenplatzhalter 3">
            <a:extLst>
              <a:ext uri="{FF2B5EF4-FFF2-40B4-BE49-F238E27FC236}">
                <a16:creationId xmlns:a16="http://schemas.microsoft.com/office/drawing/2014/main" id="{9956968E-A333-9BAB-33A1-A4CBA665853B}"/>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t>RetroBattle| Team 4 | 06/26</a:t>
            </a:r>
          </a:p>
        </p:txBody>
      </p:sp>
      <p:sp>
        <p:nvSpPr>
          <p:cNvPr id="5" name="Foliennummernplatzhalter 4">
            <a:extLst>
              <a:ext uri="{FF2B5EF4-FFF2-40B4-BE49-F238E27FC236}">
                <a16:creationId xmlns:a16="http://schemas.microsoft.com/office/drawing/2014/main" id="{859E7443-6174-D682-DD0A-B673D284C312}"/>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3</a:t>
            </a:fld>
            <a:endParaRPr lang="en-GB"/>
          </a:p>
        </p:txBody>
      </p:sp>
    </p:spTree>
    <p:extLst>
      <p:ext uri="{BB962C8B-B14F-4D97-AF65-F5344CB8AC3E}">
        <p14:creationId xmlns:p14="http://schemas.microsoft.com/office/powerpoint/2010/main" val="301843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6A4FD04E-F4E5-4C20-8824-ED6C28B10A98}"/>
              </a:ext>
            </a:extLst>
          </p:cNvPr>
          <p:cNvSpPr>
            <a:spLocks noGrp="1"/>
          </p:cNvSpPr>
          <p:nvPr>
            <p:ph type="title"/>
          </p:nvPr>
        </p:nvSpPr>
        <p:spPr/>
        <p:txBody>
          <a:bodyPr>
            <a:normAutofit fontScale="90000"/>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de-DE" sz="4000" b="1">
                <a:solidFill>
                  <a:schemeClr val="dk1"/>
                </a:solidFill>
                <a:latin typeface="Arial"/>
                <a:cs typeface="Arial"/>
              </a:rPr>
              <a:t>Vorwort</a:t>
            </a:r>
            <a:endParaRPr lang="en-US" b="1">
              <a:solidFill>
                <a:schemeClr val="dk1"/>
              </a:solidFill>
              <a:latin typeface="Arial"/>
              <a:cs typeface="Arial"/>
            </a:endParaRPr>
          </a:p>
        </p:txBody>
      </p:sp>
      <p:sp>
        <p:nvSpPr>
          <p:cNvPr id="7" name="Textplatzhalter 6">
            <a:extLst>
              <a:ext uri="{FF2B5EF4-FFF2-40B4-BE49-F238E27FC236}">
                <a16:creationId xmlns:a16="http://schemas.microsoft.com/office/drawing/2014/main" id="{82ADF10E-43B0-4A66-975F-E9169C64D98E}"/>
              </a:ext>
            </a:extLst>
          </p:cNvPr>
          <p:cNvSpPr>
            <a:spLocks noGrp="1"/>
          </p:cNvSpPr>
          <p:nvPr>
            <p:ph type="body" sz="quarter" idx="14"/>
          </p:nvPr>
        </p:nvSpPr>
        <p:spPr/>
        <p:txBody>
          <a:bodyPr lIns="0" tIns="0" rIns="0" bIns="0" anchor="ct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200" indent="-457200">
              <a:lnSpc>
                <a:spcPct val="100000"/>
              </a:lnSpc>
              <a:spcBef>
                <a:spcPts val="0"/>
              </a:spcBef>
              <a:buFont typeface="Arial,Sans-Serif" panose="020B0604020202020204" pitchFamily="34" charset="0"/>
            </a:pPr>
            <a:endParaRPr lang="de-AT" sz="2800">
              <a:solidFill>
                <a:schemeClr val="dk1"/>
              </a:solidFill>
            </a:endParaRPr>
          </a:p>
          <a:p>
            <a:endParaRPr lang="en-US"/>
          </a:p>
        </p:txBody>
      </p:sp>
      <p:sp>
        <p:nvSpPr>
          <p:cNvPr id="4" name="Fußzeilenplatzhalter 3">
            <a:extLst>
              <a:ext uri="{FF2B5EF4-FFF2-40B4-BE49-F238E27FC236}">
                <a16:creationId xmlns:a16="http://schemas.microsoft.com/office/drawing/2014/main" id="{4FD62C21-1674-431C-9889-D591E8EF7681}"/>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latin typeface="Arial"/>
                <a:cs typeface="Arial"/>
              </a:rPr>
              <a:t>RetroBattle| Team 4 | 06/26</a:t>
            </a:r>
          </a:p>
          <a:p>
            <a:endParaRPr lang="en-GB" sz="1400"/>
          </a:p>
        </p:txBody>
      </p:sp>
      <p:sp>
        <p:nvSpPr>
          <p:cNvPr id="5" name="Foliennummernplatzhalter 4">
            <a:extLst>
              <a:ext uri="{FF2B5EF4-FFF2-40B4-BE49-F238E27FC236}">
                <a16:creationId xmlns:a16="http://schemas.microsoft.com/office/drawing/2014/main" id="{76F73CB9-9AFC-44F1-9B35-8462F4B4D134}"/>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4</a:t>
            </a:fld>
            <a:endParaRPr lang="en-GB"/>
          </a:p>
        </p:txBody>
      </p:sp>
      <p:sp>
        <p:nvSpPr>
          <p:cNvPr id="2" name="TextBox 1">
            <a:extLst>
              <a:ext uri="{FF2B5EF4-FFF2-40B4-BE49-F238E27FC236}">
                <a16:creationId xmlns:a16="http://schemas.microsoft.com/office/drawing/2014/main" id="{619C6053-1F98-CE4A-4285-7416D315366A}"/>
              </a:ext>
            </a:extLst>
          </p:cNvPr>
          <p:cNvSpPr txBox="1"/>
          <p:nvPr/>
        </p:nvSpPr>
        <p:spPr>
          <a:xfrm>
            <a:off x="1016001" y="1578429"/>
            <a:ext cx="10276113"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lvl="0" indent="-228600" algn="l" rtl="0">
              <a:buFont typeface="Arial,Sans-Serif"/>
              <a:buChar char="•"/>
            </a:pPr>
            <a:r>
              <a:rPr lang="de-AT" i="0" u="none" strike="noStrike" baseline="0">
                <a:solidFill>
                  <a:srgbClr val="000000"/>
                </a:solidFill>
                <a:latin typeface="Arial"/>
                <a:ea typeface="Arial"/>
                <a:cs typeface="Arial"/>
              </a:rPr>
              <a:t>Schwierigkeit, spontan eine anspruchsvolle und zugleich lehrreiche Projektidee zu finden</a:t>
            </a:r>
            <a:r>
              <a:rPr lang="en-US" i="0">
                <a:latin typeface="Arial"/>
                <a:ea typeface="Arial"/>
                <a:cs typeface="Arial"/>
              </a:rPr>
              <a:t>​</a:t>
            </a:r>
          </a:p>
          <a:p>
            <a:endParaRPr lang="en-US">
              <a:solidFill>
                <a:srgbClr val="000000"/>
              </a:solidFill>
              <a:latin typeface="Arial"/>
              <a:ea typeface="Arial"/>
              <a:cs typeface="Arial"/>
            </a:endParaRPr>
          </a:p>
          <a:p>
            <a:pPr marL="228600" lvl="0" indent="-228600" algn="l" rtl="0">
              <a:buFont typeface="Arial,Sans-Serif"/>
              <a:buChar char="•"/>
            </a:pPr>
            <a:r>
              <a:rPr lang="de-AT" i="0" u="none" strike="noStrike" baseline="0">
                <a:solidFill>
                  <a:srgbClr val="000000"/>
                </a:solidFill>
                <a:latin typeface="Arial"/>
                <a:ea typeface="Arial"/>
                <a:cs typeface="Arial"/>
              </a:rPr>
              <a:t>Alle Teammitglieder brachten recherchierte Vorschläge ein</a:t>
            </a:r>
            <a:r>
              <a:rPr lang="de-AT" i="0">
                <a:latin typeface="Arial"/>
                <a:ea typeface="Arial"/>
                <a:cs typeface="Arial"/>
              </a:rPr>
              <a:t>​</a:t>
            </a:r>
          </a:p>
          <a:p>
            <a:endParaRPr lang="de-AT">
              <a:solidFill>
                <a:srgbClr val="000000"/>
              </a:solidFill>
              <a:latin typeface="Arial"/>
              <a:ea typeface="Arial"/>
              <a:cs typeface="Arial"/>
            </a:endParaRPr>
          </a:p>
          <a:p>
            <a:pPr marL="228600" lvl="0" indent="-228600" algn="l" rtl="0">
              <a:buFont typeface="Arial,Sans-Serif"/>
              <a:buChar char="•"/>
            </a:pPr>
            <a:r>
              <a:rPr lang="de-AT" i="0" u="none" strike="noStrike" baseline="0">
                <a:solidFill>
                  <a:srgbClr val="000000"/>
                </a:solidFill>
                <a:latin typeface="Arial"/>
                <a:ea typeface="Arial"/>
                <a:cs typeface="Arial"/>
              </a:rPr>
              <a:t>Entscheidung fiel einstimmig und mit Begeisterung auf ein Konsolenspiel</a:t>
            </a:r>
            <a:r>
              <a:rPr lang="de-DE" i="0">
                <a:latin typeface="Arial"/>
                <a:ea typeface="Arial"/>
                <a:cs typeface="Arial"/>
              </a:rPr>
              <a:t>​</a:t>
            </a:r>
          </a:p>
          <a:p>
            <a:endParaRPr lang="de-DE">
              <a:solidFill>
                <a:srgbClr val="000000"/>
              </a:solidFill>
              <a:latin typeface="Arial"/>
              <a:ea typeface="Arial"/>
              <a:cs typeface="Arial"/>
            </a:endParaRPr>
          </a:p>
          <a:p>
            <a:pPr marL="228600" lvl="0" indent="-228600" algn="l" rtl="0">
              <a:buFont typeface="Arial,Sans-Serif"/>
              <a:buChar char="•"/>
            </a:pPr>
            <a:r>
              <a:rPr lang="de-AT" i="0" u="none" strike="noStrike" baseline="0">
                <a:solidFill>
                  <a:srgbClr val="000000"/>
                </a:solidFill>
                <a:latin typeface="Arial"/>
                <a:ea typeface="Arial"/>
                <a:cs typeface="Arial"/>
              </a:rPr>
              <a:t>Gründe:</a:t>
            </a:r>
            <a:r>
              <a:rPr lang="de-AT" i="0">
                <a:latin typeface="Arial"/>
                <a:ea typeface="Arial"/>
                <a:cs typeface="Arial"/>
              </a:rPr>
              <a:t>​</a:t>
            </a:r>
          </a:p>
          <a:p>
            <a:pPr marL="1600200" lvl="3" indent="-228600" algn="l" rtl="0">
              <a:buFont typeface="Arial,Sans-Serif"/>
              <a:buChar char="•"/>
            </a:pPr>
            <a:r>
              <a:rPr lang="de-AT" i="0" u="none" strike="noStrike" baseline="0">
                <a:solidFill>
                  <a:srgbClr val="000000"/>
                </a:solidFill>
                <a:latin typeface="Arial"/>
                <a:ea typeface="Arial"/>
                <a:cs typeface="Arial"/>
              </a:rPr>
              <a:t>Kreativität durch ASCII‑Kunst</a:t>
            </a:r>
            <a:r>
              <a:rPr lang="de-AT" i="0">
                <a:latin typeface="Arial"/>
                <a:ea typeface="Arial"/>
                <a:cs typeface="Arial"/>
              </a:rPr>
              <a:t>​</a:t>
            </a:r>
          </a:p>
          <a:p>
            <a:pPr marL="1600200" lvl="3" indent="-228600" algn="l" rtl="0">
              <a:buFont typeface="Arial,Sans-Serif"/>
              <a:buChar char="•"/>
            </a:pPr>
            <a:r>
              <a:rPr lang="de-AT" i="0" u="none" strike="noStrike" baseline="0">
                <a:solidFill>
                  <a:srgbClr val="000000"/>
                </a:solidFill>
                <a:latin typeface="Arial"/>
                <a:ea typeface="Arial"/>
                <a:cs typeface="Arial"/>
              </a:rPr>
              <a:t>Komplette Eigenentwicklung aller Mechanismen</a:t>
            </a:r>
            <a:r>
              <a:rPr lang="de-DE" i="0">
                <a:latin typeface="Arial"/>
                <a:ea typeface="Arial"/>
                <a:cs typeface="Arial"/>
              </a:rPr>
              <a:t>​</a:t>
            </a:r>
          </a:p>
          <a:p>
            <a:pPr marL="1600200" lvl="3" indent="-228600" algn="l" rtl="0">
              <a:buFont typeface="Arial,Sans-Serif"/>
              <a:buChar char="•"/>
            </a:pPr>
            <a:r>
              <a:rPr lang="de-AT" i="0" u="none" strike="noStrike" baseline="0">
                <a:solidFill>
                  <a:srgbClr val="000000"/>
                </a:solidFill>
                <a:latin typeface="Arial"/>
                <a:ea typeface="Arial"/>
                <a:cs typeface="Arial"/>
              </a:rPr>
              <a:t>Hoher Lern- und Teamwork‑Faktor</a:t>
            </a:r>
            <a:r>
              <a:rPr lang="de-AT" i="0">
                <a:latin typeface="Arial"/>
                <a:ea typeface="Arial"/>
                <a:cs typeface="Arial"/>
              </a:rPr>
              <a:t>​</a:t>
            </a:r>
          </a:p>
          <a:p>
            <a:pPr lvl="3"/>
            <a:endParaRPr lang="de-AT">
              <a:solidFill>
                <a:srgbClr val="000000"/>
              </a:solidFill>
              <a:latin typeface="Arial"/>
              <a:ea typeface="Arial"/>
              <a:cs typeface="Arial"/>
            </a:endParaRPr>
          </a:p>
          <a:p>
            <a:pPr lvl="3"/>
            <a:endParaRPr lang="de-AT">
              <a:solidFill>
                <a:srgbClr val="000000"/>
              </a:solidFill>
              <a:latin typeface="Arial"/>
              <a:ea typeface="Arial"/>
              <a:cs typeface="Arial"/>
            </a:endParaRPr>
          </a:p>
          <a:p>
            <a:pPr marL="228600" lvl="0" indent="-228600" algn="l" rtl="0">
              <a:buFont typeface="Arial,Sans-Serif"/>
              <a:buChar char="•"/>
            </a:pPr>
            <a:r>
              <a:rPr lang="de-AT" i="0" u="none" strike="noStrike" baseline="0">
                <a:solidFill>
                  <a:srgbClr val="000000"/>
                </a:solidFill>
                <a:latin typeface="Arial"/>
                <a:ea typeface="Arial"/>
                <a:cs typeface="Arial"/>
              </a:rPr>
              <a:t>Stolz, das Ergebnis präsentieren zu dürfen:</a:t>
            </a:r>
            <a:r>
              <a:rPr lang="de-AT" b="1" i="0" u="none" strike="noStrike" baseline="0">
                <a:solidFill>
                  <a:srgbClr val="000000"/>
                </a:solidFill>
                <a:latin typeface="Arial"/>
                <a:ea typeface="Arial"/>
                <a:cs typeface="Arial"/>
              </a:rPr>
              <a:t> </a:t>
            </a:r>
            <a:r>
              <a:rPr lang="de-AT" b="1" i="0" u="none" strike="noStrike" baseline="0" err="1">
                <a:solidFill>
                  <a:srgbClr val="000000"/>
                </a:solidFill>
                <a:latin typeface="Arial"/>
                <a:ea typeface="Arial"/>
                <a:cs typeface="Arial"/>
              </a:rPr>
              <a:t>RetroBattle</a:t>
            </a:r>
            <a:endParaRPr lang="de-AT" b="1" i="0" u="none" strike="noStrike" baseline="0">
              <a:solidFill>
                <a:srgbClr val="000000"/>
              </a:solidFill>
              <a:latin typeface="Arial"/>
              <a:ea typeface="Arial"/>
              <a:cs typeface="Arial"/>
            </a:endParaRPr>
          </a:p>
          <a:p>
            <a:endParaRPr/>
          </a:p>
          <a:p>
            <a:pPr algn="ctr"/>
            <a:endParaRPr lang="en-US"/>
          </a:p>
        </p:txBody>
      </p:sp>
    </p:spTree>
    <p:extLst>
      <p:ext uri="{BB962C8B-B14F-4D97-AF65-F5344CB8AC3E}">
        <p14:creationId xmlns:p14="http://schemas.microsoft.com/office/powerpoint/2010/main" val="1881509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D163E-AB26-8C25-FAA5-34D885BA3E71}"/>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BDAF6984-3A92-E67E-30FA-CCDDFCF80730}"/>
              </a:ext>
            </a:extLst>
          </p:cNvPr>
          <p:cNvSpPr>
            <a:spLocks noGrp="1"/>
          </p:cNvSpPr>
          <p:nvPr>
            <p:ph type="title"/>
          </p:nvPr>
        </p:nvSpPr>
        <p:spPr/>
        <p:txBody>
          <a:bodyP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de-DE" sz="3600" b="1">
                <a:solidFill>
                  <a:schemeClr val="dk1"/>
                </a:solidFill>
                <a:latin typeface="Arial"/>
                <a:cs typeface="Arial"/>
              </a:rPr>
              <a:t>Ziel des Spiels</a:t>
            </a:r>
            <a:endParaRPr lang="en-US" sz="3600" b="1">
              <a:solidFill>
                <a:schemeClr val="dk1"/>
              </a:solidFill>
              <a:latin typeface="Arial"/>
            </a:endParaRPr>
          </a:p>
        </p:txBody>
      </p:sp>
      <p:sp>
        <p:nvSpPr>
          <p:cNvPr id="7" name="Textplatzhalter 6">
            <a:extLst>
              <a:ext uri="{FF2B5EF4-FFF2-40B4-BE49-F238E27FC236}">
                <a16:creationId xmlns:a16="http://schemas.microsoft.com/office/drawing/2014/main" id="{9CCA6D4B-EA1C-4145-D8E1-94A77BB9F99C}"/>
              </a:ext>
            </a:extLst>
          </p:cNvPr>
          <p:cNvSpPr>
            <a:spLocks noGrp="1"/>
          </p:cNvSpPr>
          <p:nvPr>
            <p:ph type="body" sz="quarter" idx="14"/>
          </p:nvPr>
        </p:nvSpPr>
        <p:spPr/>
        <p:txBody>
          <a:bodyPr lIns="0" tIns="0" rIns="0" bIns="0" anchor="ct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200" indent="-457200">
              <a:lnSpc>
                <a:spcPct val="100000"/>
              </a:lnSpc>
              <a:spcBef>
                <a:spcPts val="0"/>
              </a:spcBef>
              <a:buFont typeface="Arial,Sans-Serif" panose="020B0604020202020204" pitchFamily="34" charset="0"/>
            </a:pPr>
            <a:endParaRPr lang="de-AT" sz="2800">
              <a:solidFill>
                <a:schemeClr val="dk1"/>
              </a:solidFill>
            </a:endParaRPr>
          </a:p>
          <a:p>
            <a:endParaRPr lang="en-US"/>
          </a:p>
        </p:txBody>
      </p:sp>
      <p:sp>
        <p:nvSpPr>
          <p:cNvPr id="4" name="Fußzeilenplatzhalter 3">
            <a:extLst>
              <a:ext uri="{FF2B5EF4-FFF2-40B4-BE49-F238E27FC236}">
                <a16:creationId xmlns:a16="http://schemas.microsoft.com/office/drawing/2014/main" id="{057DC203-FA87-370B-5038-0941D2C48DF5}"/>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latin typeface="Arial"/>
                <a:cs typeface="Arial"/>
              </a:rPr>
              <a:t>RetroBattle| Team 4 | 06/26</a:t>
            </a:r>
          </a:p>
          <a:p>
            <a:endParaRPr lang="en-GB" sz="1400"/>
          </a:p>
        </p:txBody>
      </p:sp>
      <p:sp>
        <p:nvSpPr>
          <p:cNvPr id="5" name="Foliennummernplatzhalter 4">
            <a:extLst>
              <a:ext uri="{FF2B5EF4-FFF2-40B4-BE49-F238E27FC236}">
                <a16:creationId xmlns:a16="http://schemas.microsoft.com/office/drawing/2014/main" id="{98B4991C-3F9E-1AB9-738E-BC6EEC37E9A1}"/>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5</a:t>
            </a:fld>
            <a:endParaRPr lang="en-GB"/>
          </a:p>
        </p:txBody>
      </p:sp>
      <p:sp>
        <p:nvSpPr>
          <p:cNvPr id="2" name="TextBox 1">
            <a:extLst>
              <a:ext uri="{FF2B5EF4-FFF2-40B4-BE49-F238E27FC236}">
                <a16:creationId xmlns:a16="http://schemas.microsoft.com/office/drawing/2014/main" id="{59FF339C-7647-BC30-D396-1BB3144C50F0}"/>
              </a:ext>
            </a:extLst>
          </p:cNvPr>
          <p:cNvSpPr txBox="1"/>
          <p:nvPr/>
        </p:nvSpPr>
        <p:spPr>
          <a:xfrm>
            <a:off x="1016001" y="1578429"/>
            <a:ext cx="10276113"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de-AT">
                <a:solidFill>
                  <a:schemeClr val="dk1"/>
                </a:solidFill>
                <a:latin typeface="Arial"/>
                <a:ea typeface="Arial"/>
                <a:cs typeface="Arial"/>
              </a:rPr>
              <a:t>Loreen befindet sich in einer dunklen</a:t>
            </a:r>
            <a:r>
              <a:rPr lang="de-AT" i="0" u="none" strike="noStrike" baseline="0">
                <a:solidFill>
                  <a:schemeClr val="dk1"/>
                </a:solidFill>
                <a:latin typeface="Arial"/>
                <a:ea typeface="Arial"/>
                <a:cs typeface="Arial"/>
              </a:rPr>
              <a:t>, </a:t>
            </a:r>
            <a:r>
              <a:rPr lang="de-AT">
                <a:solidFill>
                  <a:schemeClr val="dk1"/>
                </a:solidFill>
                <a:latin typeface="Arial"/>
                <a:ea typeface="Arial"/>
                <a:cs typeface="Arial"/>
              </a:rPr>
              <a:t>gefährlichen Welt</a:t>
            </a:r>
            <a:endParaRPr lang="en-US">
              <a:solidFill>
                <a:schemeClr val="dk1"/>
              </a:solidFill>
              <a:latin typeface="Arial"/>
              <a:ea typeface="Arial"/>
              <a:cs typeface="Arial"/>
            </a:endParaRPr>
          </a:p>
          <a:p>
            <a:endParaRPr lang="de-AT">
              <a:solidFill>
                <a:schemeClr val="dk1"/>
              </a:solidFill>
              <a:latin typeface="Arial"/>
              <a:ea typeface="Arial"/>
              <a:cs typeface="Arial"/>
            </a:endParaRPr>
          </a:p>
          <a:p>
            <a:pPr marL="285750" indent="-285750">
              <a:buFont typeface="Arial,Sans-Serif"/>
              <a:buChar char="•"/>
            </a:pPr>
            <a:r>
              <a:rPr lang="de-AT">
                <a:solidFill>
                  <a:schemeClr val="dk1"/>
                </a:solidFill>
                <a:latin typeface="Arial"/>
                <a:ea typeface="Arial"/>
                <a:cs typeface="Arial"/>
              </a:rPr>
              <a:t>Ziel</a:t>
            </a:r>
            <a:r>
              <a:rPr lang="de-AT" i="0" u="none" strike="noStrike" baseline="0">
                <a:solidFill>
                  <a:schemeClr val="dk1"/>
                </a:solidFill>
                <a:latin typeface="Arial"/>
                <a:ea typeface="Arial"/>
                <a:cs typeface="Arial"/>
              </a:rPr>
              <a:t>:</a:t>
            </a:r>
            <a:r>
              <a:rPr lang="de-AT">
                <a:solidFill>
                  <a:schemeClr val="dk1"/>
                </a:solidFill>
                <a:latin typeface="Arial"/>
                <a:ea typeface="Arial"/>
                <a:cs typeface="Arial"/>
              </a:rPr>
              <a:t> Ausgang finden</a:t>
            </a:r>
            <a:endParaRPr lang="de-AT" i="0">
              <a:solidFill>
                <a:schemeClr val="dk1"/>
              </a:solidFill>
              <a:latin typeface="Arial"/>
              <a:ea typeface="Arial"/>
              <a:cs typeface="Arial"/>
            </a:endParaRPr>
          </a:p>
          <a:p>
            <a:endParaRPr lang="de-AT">
              <a:solidFill>
                <a:schemeClr val="dk1"/>
              </a:solidFill>
              <a:latin typeface="Arial"/>
              <a:ea typeface="Arial"/>
              <a:cs typeface="Arial"/>
            </a:endParaRPr>
          </a:p>
          <a:p>
            <a:pPr marL="285750" indent="-285750">
              <a:buFont typeface="Arial,Sans-Serif"/>
              <a:buChar char="•"/>
            </a:pPr>
            <a:r>
              <a:rPr lang="de-AT">
                <a:solidFill>
                  <a:schemeClr val="dk1"/>
                </a:solidFill>
                <a:latin typeface="Arial"/>
                <a:ea typeface="Arial"/>
                <a:cs typeface="Arial"/>
              </a:rPr>
              <a:t>Dazu muss sie verschiedene Räume erkunden</a:t>
            </a:r>
            <a:endParaRPr lang="de-AT" i="0">
              <a:solidFill>
                <a:schemeClr val="dk1"/>
              </a:solidFill>
              <a:latin typeface="Arial"/>
              <a:ea typeface="Arial"/>
              <a:cs typeface="Arial"/>
            </a:endParaRPr>
          </a:p>
          <a:p>
            <a:endParaRPr lang="de-AT">
              <a:solidFill>
                <a:schemeClr val="dk1"/>
              </a:solidFill>
              <a:latin typeface="Arial"/>
              <a:ea typeface="Arial"/>
              <a:cs typeface="Arial"/>
            </a:endParaRPr>
          </a:p>
          <a:p>
            <a:pPr marL="285750" indent="-285750">
              <a:buFont typeface="Arial,Sans-Serif"/>
              <a:buChar char="•"/>
            </a:pPr>
            <a:r>
              <a:rPr lang="de-AT">
                <a:solidFill>
                  <a:schemeClr val="dk1"/>
                </a:solidFill>
                <a:latin typeface="Arial"/>
                <a:ea typeface="Arial"/>
                <a:cs typeface="Arial"/>
              </a:rPr>
              <a:t>Sammeln von </a:t>
            </a:r>
            <a:r>
              <a:rPr lang="de-AT" err="1">
                <a:solidFill>
                  <a:schemeClr val="dk1"/>
                </a:solidFill>
                <a:latin typeface="Arial"/>
                <a:ea typeface="Arial"/>
                <a:cs typeface="Arial"/>
              </a:rPr>
              <a:t>Relics</a:t>
            </a:r>
            <a:r>
              <a:rPr lang="de-AT">
                <a:solidFill>
                  <a:schemeClr val="dk1"/>
                </a:solidFill>
                <a:latin typeface="Arial"/>
                <a:ea typeface="Arial"/>
                <a:cs typeface="Arial"/>
              </a:rPr>
              <a:t> → geben Attributs</a:t>
            </a:r>
            <a:r>
              <a:rPr lang="de-AT" i="0" u="none" strike="noStrike" baseline="0">
                <a:solidFill>
                  <a:schemeClr val="dk1"/>
                </a:solidFill>
                <a:latin typeface="Arial"/>
                <a:ea typeface="Arial"/>
                <a:cs typeface="Arial"/>
              </a:rPr>
              <a:t>‑</a:t>
            </a:r>
            <a:r>
              <a:rPr lang="de-AT">
                <a:solidFill>
                  <a:schemeClr val="dk1"/>
                </a:solidFill>
                <a:latin typeface="Arial"/>
                <a:ea typeface="Arial"/>
                <a:cs typeface="Arial"/>
              </a:rPr>
              <a:t>Boosts</a:t>
            </a:r>
            <a:endParaRPr lang="de-DE">
              <a:solidFill>
                <a:schemeClr val="dk1"/>
              </a:solidFill>
              <a:latin typeface="Arial"/>
              <a:ea typeface="Arial"/>
              <a:cs typeface="Arial"/>
            </a:endParaRPr>
          </a:p>
          <a:p>
            <a:endParaRPr lang="de-AT">
              <a:solidFill>
                <a:schemeClr val="dk1"/>
              </a:solidFill>
              <a:latin typeface="Arial"/>
              <a:ea typeface="Arial"/>
              <a:cs typeface="Arial"/>
            </a:endParaRPr>
          </a:p>
          <a:p>
            <a:pPr marL="285750" indent="-285750">
              <a:buFont typeface="Arial,Sans-Serif"/>
              <a:buChar char="•"/>
            </a:pPr>
            <a:r>
              <a:rPr lang="de-AT">
                <a:solidFill>
                  <a:schemeClr val="dk1"/>
                </a:solidFill>
                <a:latin typeface="Arial"/>
                <a:ea typeface="Arial"/>
                <a:cs typeface="Arial"/>
              </a:rPr>
              <a:t>Ein Gatekeeper hilft nur, wenn sie genug </a:t>
            </a:r>
            <a:r>
              <a:rPr lang="de-AT" err="1">
                <a:solidFill>
                  <a:schemeClr val="dk1"/>
                </a:solidFill>
                <a:latin typeface="Arial"/>
                <a:ea typeface="Arial"/>
                <a:cs typeface="Arial"/>
              </a:rPr>
              <a:t>Relics</a:t>
            </a:r>
            <a:r>
              <a:rPr lang="de-AT">
                <a:solidFill>
                  <a:schemeClr val="dk1"/>
                </a:solidFill>
                <a:latin typeface="Arial"/>
                <a:ea typeface="Arial"/>
                <a:cs typeface="Arial"/>
              </a:rPr>
              <a:t> besitzt</a:t>
            </a:r>
            <a:endParaRPr lang="de-DE">
              <a:solidFill>
                <a:schemeClr val="dk1"/>
              </a:solidFill>
              <a:latin typeface="Arial"/>
              <a:ea typeface="Arial"/>
              <a:cs typeface="Arial"/>
            </a:endParaRPr>
          </a:p>
          <a:p>
            <a:endParaRPr lang="de-AT">
              <a:solidFill>
                <a:schemeClr val="dk1"/>
              </a:solidFill>
              <a:latin typeface="Arial"/>
              <a:ea typeface="Arial"/>
              <a:cs typeface="Arial"/>
            </a:endParaRPr>
          </a:p>
          <a:p>
            <a:pPr marL="285750" indent="-285750">
              <a:buFont typeface="Arial,Sans-Serif"/>
              <a:buChar char="•"/>
            </a:pPr>
            <a:r>
              <a:rPr lang="de-AT">
                <a:solidFill>
                  <a:schemeClr val="dk1"/>
                </a:solidFill>
                <a:latin typeface="Arial"/>
                <a:ea typeface="Arial"/>
                <a:cs typeface="Arial"/>
              </a:rPr>
              <a:t>Loreen muss Kreaturen bekämpfen oder fliehen</a:t>
            </a:r>
            <a:r>
              <a:rPr lang="de-AT" i="0" u="none" strike="noStrike" baseline="0">
                <a:solidFill>
                  <a:schemeClr val="dk1"/>
                </a:solidFill>
                <a:latin typeface="Arial"/>
                <a:ea typeface="Arial"/>
                <a:cs typeface="Arial"/>
              </a:rPr>
              <a:t>, </a:t>
            </a:r>
            <a:r>
              <a:rPr lang="de-AT">
                <a:solidFill>
                  <a:schemeClr val="dk1"/>
                </a:solidFill>
                <a:latin typeface="Arial"/>
                <a:ea typeface="Arial"/>
                <a:cs typeface="Arial"/>
              </a:rPr>
              <a:t>um </a:t>
            </a:r>
            <a:r>
              <a:rPr lang="de-AT" err="1">
                <a:solidFill>
                  <a:schemeClr val="dk1"/>
                </a:solidFill>
                <a:latin typeface="Arial"/>
                <a:ea typeface="Arial"/>
                <a:cs typeface="Arial"/>
              </a:rPr>
              <a:t>Relics</a:t>
            </a:r>
            <a:r>
              <a:rPr lang="de-AT">
                <a:solidFill>
                  <a:schemeClr val="dk1"/>
                </a:solidFill>
                <a:latin typeface="Arial"/>
                <a:ea typeface="Arial"/>
                <a:cs typeface="Arial"/>
              </a:rPr>
              <a:t> </a:t>
            </a:r>
            <a:r>
              <a:rPr lang="de-AT" i="0" u="none" strike="noStrike" baseline="0">
                <a:solidFill>
                  <a:schemeClr val="dk1"/>
                </a:solidFill>
                <a:latin typeface="Arial"/>
                <a:ea typeface="Arial"/>
                <a:cs typeface="Arial"/>
              </a:rPr>
              <a:t>zu </a:t>
            </a:r>
            <a:r>
              <a:rPr lang="de-AT">
                <a:solidFill>
                  <a:schemeClr val="dk1"/>
                </a:solidFill>
                <a:latin typeface="Arial"/>
                <a:ea typeface="Arial"/>
                <a:cs typeface="Arial"/>
              </a:rPr>
              <a:t>sammeln</a:t>
            </a:r>
          </a:p>
          <a:p>
            <a:endParaRPr lang="de-AT">
              <a:solidFill>
                <a:schemeClr val="dk1"/>
              </a:solidFill>
              <a:latin typeface="Arial"/>
              <a:ea typeface="Arial"/>
              <a:cs typeface="Arial"/>
            </a:endParaRPr>
          </a:p>
          <a:p>
            <a:pPr marL="285750" indent="-285750">
              <a:buFont typeface="Arial,Sans-Serif"/>
              <a:buChar char="•"/>
            </a:pPr>
            <a:r>
              <a:rPr lang="de-AT">
                <a:solidFill>
                  <a:schemeClr val="dk1"/>
                </a:solidFill>
                <a:latin typeface="Arial"/>
                <a:ea typeface="Arial"/>
                <a:cs typeface="Arial"/>
              </a:rPr>
              <a:t>Nur mit ausreichenden </a:t>
            </a:r>
            <a:r>
              <a:rPr lang="de-AT" err="1">
                <a:solidFill>
                  <a:schemeClr val="dk1"/>
                </a:solidFill>
                <a:latin typeface="Arial"/>
                <a:ea typeface="Arial"/>
                <a:cs typeface="Arial"/>
              </a:rPr>
              <a:t>Relics</a:t>
            </a:r>
            <a:r>
              <a:rPr lang="de-AT">
                <a:solidFill>
                  <a:schemeClr val="dk1"/>
                </a:solidFill>
                <a:latin typeface="Arial"/>
                <a:ea typeface="Arial"/>
                <a:cs typeface="Arial"/>
              </a:rPr>
              <a:t> kann sie lebend entkommen</a:t>
            </a:r>
            <a:endParaRPr lang="de-AT">
              <a:solidFill>
                <a:schemeClr val="dk1"/>
              </a:solidFill>
              <a:latin typeface="Arial"/>
            </a:endParaRPr>
          </a:p>
          <a:p>
            <a:endParaRPr/>
          </a:p>
          <a:p>
            <a:pPr algn="ctr"/>
            <a:endParaRPr lang="en-US"/>
          </a:p>
        </p:txBody>
      </p:sp>
    </p:spTree>
    <p:extLst>
      <p:ext uri="{BB962C8B-B14F-4D97-AF65-F5344CB8AC3E}">
        <p14:creationId xmlns:p14="http://schemas.microsoft.com/office/powerpoint/2010/main" val="3341204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74BF6-915A-91B4-B195-7D0140427C6A}"/>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A022F6FC-D7F9-92CD-6F7A-52BA0E6A0765}"/>
              </a:ext>
            </a:extLst>
          </p:cNvPr>
          <p:cNvSpPr>
            <a:spLocks noGrp="1"/>
          </p:cNvSpPr>
          <p:nvPr>
            <p:ph type="title"/>
          </p:nvPr>
        </p:nvSpPr>
        <p:spPr/>
        <p:txBody>
          <a:bodyP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spcBef>
                <a:spcPts val="1001"/>
              </a:spcBef>
            </a:pPr>
            <a:r>
              <a:rPr lang="de-DE" sz="3600" b="1">
                <a:solidFill>
                  <a:schemeClr val="dk1"/>
                </a:solidFill>
                <a:latin typeface="Arial"/>
                <a:cs typeface="Arial"/>
              </a:rPr>
              <a:t>Game </a:t>
            </a:r>
            <a:r>
              <a:rPr lang="de-DE" sz="3600" b="1" err="1">
                <a:solidFill>
                  <a:schemeClr val="dk1"/>
                </a:solidFill>
                <a:latin typeface="Arial"/>
                <a:cs typeface="Arial"/>
              </a:rPr>
              <a:t>Entities</a:t>
            </a:r>
            <a:endParaRPr lang="de-DE" sz="3600" b="1">
              <a:solidFill>
                <a:schemeClr val="dk1"/>
              </a:solidFill>
              <a:latin typeface="Arial"/>
              <a:cs typeface="Arial"/>
            </a:endParaRPr>
          </a:p>
          <a:p>
            <a:pPr algn="ctr"/>
            <a:endParaRPr lang="de-DE" sz="4000" b="1">
              <a:solidFill>
                <a:schemeClr val="dk1"/>
              </a:solidFill>
              <a:latin typeface="Arial"/>
              <a:cs typeface="Arial"/>
            </a:endParaRPr>
          </a:p>
        </p:txBody>
      </p:sp>
      <p:sp>
        <p:nvSpPr>
          <p:cNvPr id="7" name="Textplatzhalter 6">
            <a:extLst>
              <a:ext uri="{FF2B5EF4-FFF2-40B4-BE49-F238E27FC236}">
                <a16:creationId xmlns:a16="http://schemas.microsoft.com/office/drawing/2014/main" id="{B099D186-FED0-187B-BFF7-04AF3C33792B}"/>
              </a:ext>
            </a:extLst>
          </p:cNvPr>
          <p:cNvSpPr>
            <a:spLocks noGrp="1"/>
          </p:cNvSpPr>
          <p:nvPr>
            <p:ph type="body" sz="quarter" idx="14"/>
          </p:nvPr>
        </p:nvSpPr>
        <p:spPr/>
        <p:txBody>
          <a:bodyPr lIns="0" tIns="0" rIns="0" bIns="0" anchor="ct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200" indent="-457200">
              <a:lnSpc>
                <a:spcPct val="100000"/>
              </a:lnSpc>
              <a:spcBef>
                <a:spcPts val="0"/>
              </a:spcBef>
              <a:buFont typeface="Arial,Sans-Serif" panose="020B0604020202020204" pitchFamily="34" charset="0"/>
            </a:pPr>
            <a:endParaRPr lang="de-AT" sz="2800">
              <a:solidFill>
                <a:schemeClr val="dk1"/>
              </a:solidFill>
            </a:endParaRPr>
          </a:p>
          <a:p>
            <a:endParaRPr lang="en-US"/>
          </a:p>
        </p:txBody>
      </p:sp>
      <p:sp>
        <p:nvSpPr>
          <p:cNvPr id="4" name="Fußzeilenplatzhalter 3">
            <a:extLst>
              <a:ext uri="{FF2B5EF4-FFF2-40B4-BE49-F238E27FC236}">
                <a16:creationId xmlns:a16="http://schemas.microsoft.com/office/drawing/2014/main" id="{93C62DBA-0CEC-8ED6-64BA-8FFCBE2DEB1B}"/>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latin typeface="Arial"/>
                <a:cs typeface="Arial"/>
              </a:rPr>
              <a:t>RetroBattle| Team 4 | 06/26</a:t>
            </a:r>
          </a:p>
          <a:p>
            <a:endParaRPr lang="en-GB" sz="1400"/>
          </a:p>
        </p:txBody>
      </p:sp>
      <p:sp>
        <p:nvSpPr>
          <p:cNvPr id="5" name="Foliennummernplatzhalter 4">
            <a:extLst>
              <a:ext uri="{FF2B5EF4-FFF2-40B4-BE49-F238E27FC236}">
                <a16:creationId xmlns:a16="http://schemas.microsoft.com/office/drawing/2014/main" id="{03944B2A-A51B-6EF1-A00F-D9D528055EEE}"/>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6</a:t>
            </a:fld>
            <a:endParaRPr lang="en-GB"/>
          </a:p>
        </p:txBody>
      </p:sp>
      <p:sp>
        <p:nvSpPr>
          <p:cNvPr id="22" name="Untertitel 2">
            <a:extLst>
              <a:ext uri="{FF2B5EF4-FFF2-40B4-BE49-F238E27FC236}">
                <a16:creationId xmlns:a16="http://schemas.microsoft.com/office/drawing/2014/main" id="{A5DCB3F7-FDDC-DE56-7E83-874F38BB1967}"/>
              </a:ext>
            </a:extLst>
          </p:cNvPr>
          <p:cNvSpPr/>
          <p:nvPr/>
        </p:nvSpPr>
        <p:spPr>
          <a:xfrm>
            <a:off x="1518480" y="250920"/>
            <a:ext cx="9143640" cy="732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lnSpc>
                <a:spcPct val="90000"/>
              </a:lnSpc>
              <a:spcBef>
                <a:spcPts val="1001"/>
              </a:spcBef>
              <a:tabLst>
                <a:tab pos="0" algn="l"/>
              </a:tabLst>
            </a:pPr>
            <a:endParaRPr lang="de-DE" sz="4000" b="0" strike="noStrike" spc="-1">
              <a:solidFill>
                <a:schemeClr val="dk1"/>
              </a:solidFill>
              <a:latin typeface="Aptos"/>
            </a:endParaRPr>
          </a:p>
        </p:txBody>
      </p:sp>
      <p:pic>
        <p:nvPicPr>
          <p:cNvPr id="23" name="Grafik 3">
            <a:extLst>
              <a:ext uri="{FF2B5EF4-FFF2-40B4-BE49-F238E27FC236}">
                <a16:creationId xmlns:a16="http://schemas.microsoft.com/office/drawing/2014/main" id="{0A48C6C0-94C1-9589-F759-C7D252810F93}"/>
              </a:ext>
            </a:extLst>
          </p:cNvPr>
          <p:cNvPicPr/>
          <p:nvPr/>
        </p:nvPicPr>
        <p:blipFill>
          <a:blip r:embed="rId2"/>
          <a:stretch/>
        </p:blipFill>
        <p:spPr>
          <a:xfrm>
            <a:off x="520200" y="1672560"/>
            <a:ext cx="997560" cy="1756080"/>
          </a:xfrm>
          <a:prstGeom prst="rect">
            <a:avLst/>
          </a:prstGeom>
          <a:ln w="0">
            <a:noFill/>
          </a:ln>
        </p:spPr>
      </p:pic>
      <p:pic>
        <p:nvPicPr>
          <p:cNvPr id="24" name="Grafik 5">
            <a:extLst>
              <a:ext uri="{FF2B5EF4-FFF2-40B4-BE49-F238E27FC236}">
                <a16:creationId xmlns:a16="http://schemas.microsoft.com/office/drawing/2014/main" id="{3D90403A-F1C6-2B95-2AC6-B433A9CBF1AE}"/>
              </a:ext>
            </a:extLst>
          </p:cNvPr>
          <p:cNvPicPr/>
          <p:nvPr/>
        </p:nvPicPr>
        <p:blipFill>
          <a:blip r:embed="rId3"/>
          <a:stretch/>
        </p:blipFill>
        <p:spPr>
          <a:xfrm>
            <a:off x="2919960" y="1672560"/>
            <a:ext cx="1635120" cy="1756080"/>
          </a:xfrm>
          <a:prstGeom prst="rect">
            <a:avLst/>
          </a:prstGeom>
          <a:ln w="0">
            <a:noFill/>
          </a:ln>
        </p:spPr>
      </p:pic>
      <p:pic>
        <p:nvPicPr>
          <p:cNvPr id="25" name="Grafik 7">
            <a:extLst>
              <a:ext uri="{FF2B5EF4-FFF2-40B4-BE49-F238E27FC236}">
                <a16:creationId xmlns:a16="http://schemas.microsoft.com/office/drawing/2014/main" id="{3B63921E-8124-4CDE-415C-DD1298CFA0A2}"/>
              </a:ext>
            </a:extLst>
          </p:cNvPr>
          <p:cNvPicPr/>
          <p:nvPr/>
        </p:nvPicPr>
        <p:blipFill>
          <a:blip r:embed="rId4"/>
          <a:stretch/>
        </p:blipFill>
        <p:spPr>
          <a:xfrm>
            <a:off x="5957280" y="1672560"/>
            <a:ext cx="1408320" cy="1756080"/>
          </a:xfrm>
          <a:prstGeom prst="rect">
            <a:avLst/>
          </a:prstGeom>
          <a:ln w="0">
            <a:noFill/>
          </a:ln>
        </p:spPr>
      </p:pic>
      <p:pic>
        <p:nvPicPr>
          <p:cNvPr id="26" name="Grafik 9">
            <a:extLst>
              <a:ext uri="{FF2B5EF4-FFF2-40B4-BE49-F238E27FC236}">
                <a16:creationId xmlns:a16="http://schemas.microsoft.com/office/drawing/2014/main" id="{BFDFA645-7279-FCD4-BCA7-5C0055B2F1DD}"/>
              </a:ext>
            </a:extLst>
          </p:cNvPr>
          <p:cNvPicPr/>
          <p:nvPr/>
        </p:nvPicPr>
        <p:blipFill>
          <a:blip r:embed="rId5"/>
          <a:stretch/>
        </p:blipFill>
        <p:spPr>
          <a:xfrm>
            <a:off x="8631720" y="1672560"/>
            <a:ext cx="2728800" cy="1756080"/>
          </a:xfrm>
          <a:prstGeom prst="rect">
            <a:avLst/>
          </a:prstGeom>
          <a:ln w="0">
            <a:noFill/>
          </a:ln>
        </p:spPr>
      </p:pic>
      <p:pic>
        <p:nvPicPr>
          <p:cNvPr id="27" name="Grafik 11">
            <a:extLst>
              <a:ext uri="{FF2B5EF4-FFF2-40B4-BE49-F238E27FC236}">
                <a16:creationId xmlns:a16="http://schemas.microsoft.com/office/drawing/2014/main" id="{7404EEA0-208D-0512-F21A-FD31AEF77DB9}"/>
              </a:ext>
            </a:extLst>
          </p:cNvPr>
          <p:cNvPicPr/>
          <p:nvPr/>
        </p:nvPicPr>
        <p:blipFill>
          <a:blip r:embed="rId6"/>
          <a:stretch/>
        </p:blipFill>
        <p:spPr>
          <a:xfrm>
            <a:off x="1242000" y="4591080"/>
            <a:ext cx="1954800" cy="1632709"/>
          </a:xfrm>
          <a:prstGeom prst="rect">
            <a:avLst/>
          </a:prstGeom>
          <a:ln w="0">
            <a:noFill/>
          </a:ln>
        </p:spPr>
      </p:pic>
      <p:pic>
        <p:nvPicPr>
          <p:cNvPr id="28" name="Grafik 13">
            <a:extLst>
              <a:ext uri="{FF2B5EF4-FFF2-40B4-BE49-F238E27FC236}">
                <a16:creationId xmlns:a16="http://schemas.microsoft.com/office/drawing/2014/main" id="{A05F225C-68E7-B3CE-AF04-ECF6478007E1}"/>
              </a:ext>
            </a:extLst>
          </p:cNvPr>
          <p:cNvPicPr/>
          <p:nvPr/>
        </p:nvPicPr>
        <p:blipFill>
          <a:blip r:embed="rId7"/>
          <a:stretch/>
        </p:blipFill>
        <p:spPr>
          <a:xfrm>
            <a:off x="5935728" y="4591080"/>
            <a:ext cx="1112892" cy="1647223"/>
          </a:xfrm>
          <a:prstGeom prst="rect">
            <a:avLst/>
          </a:prstGeom>
          <a:ln w="0">
            <a:noFill/>
          </a:ln>
        </p:spPr>
      </p:pic>
      <p:pic>
        <p:nvPicPr>
          <p:cNvPr id="29" name="Grafik 15">
            <a:extLst>
              <a:ext uri="{FF2B5EF4-FFF2-40B4-BE49-F238E27FC236}">
                <a16:creationId xmlns:a16="http://schemas.microsoft.com/office/drawing/2014/main" id="{A8713131-D1AC-A863-911A-AB943D60479F}"/>
              </a:ext>
            </a:extLst>
          </p:cNvPr>
          <p:cNvPicPr/>
          <p:nvPr/>
        </p:nvPicPr>
        <p:blipFill>
          <a:blip r:embed="rId8"/>
          <a:stretch/>
        </p:blipFill>
        <p:spPr>
          <a:xfrm>
            <a:off x="9761760" y="4591080"/>
            <a:ext cx="1481703" cy="1610938"/>
          </a:xfrm>
          <a:prstGeom prst="rect">
            <a:avLst/>
          </a:prstGeom>
          <a:ln w="0">
            <a:noFill/>
          </a:ln>
        </p:spPr>
      </p:pic>
      <p:sp>
        <p:nvSpPr>
          <p:cNvPr id="30" name="Textfeld 16">
            <a:extLst>
              <a:ext uri="{FF2B5EF4-FFF2-40B4-BE49-F238E27FC236}">
                <a16:creationId xmlns:a16="http://schemas.microsoft.com/office/drawing/2014/main" id="{05DCAFA9-4250-7CBE-576A-CAD5C2C57BAF}"/>
              </a:ext>
            </a:extLst>
          </p:cNvPr>
          <p:cNvSpPr/>
          <p:nvPr/>
        </p:nvSpPr>
        <p:spPr>
          <a:xfrm>
            <a:off x="339480" y="932400"/>
            <a:ext cx="1359000" cy="63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1800" b="0" strike="noStrike" spc="-1">
                <a:solidFill>
                  <a:schemeClr val="dk1"/>
                </a:solidFill>
                <a:latin typeface="Aptos"/>
              </a:rPr>
              <a:t>Loreen - die Heldin</a:t>
            </a:r>
            <a:endParaRPr lang="de-DE" sz="1800" b="0" strike="noStrike" spc="-1">
              <a:solidFill>
                <a:srgbClr val="000000"/>
              </a:solidFill>
              <a:latin typeface="Arial"/>
            </a:endParaRPr>
          </a:p>
        </p:txBody>
      </p:sp>
      <p:sp>
        <p:nvSpPr>
          <p:cNvPr id="31" name="Textfeld 17">
            <a:extLst>
              <a:ext uri="{FF2B5EF4-FFF2-40B4-BE49-F238E27FC236}">
                <a16:creationId xmlns:a16="http://schemas.microsoft.com/office/drawing/2014/main" id="{1F090771-34EC-7933-1E87-7D1ECF9F340F}"/>
              </a:ext>
            </a:extLst>
          </p:cNvPr>
          <p:cNvSpPr/>
          <p:nvPr/>
        </p:nvSpPr>
        <p:spPr>
          <a:xfrm>
            <a:off x="2219400" y="932400"/>
            <a:ext cx="303624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1800" b="0" strike="noStrike" spc="-1">
                <a:solidFill>
                  <a:schemeClr val="dk1"/>
                </a:solidFill>
                <a:latin typeface="Aptos"/>
              </a:rPr>
              <a:t>Feind – bewegt sich zufällig , oder einer Bahn entlang</a:t>
            </a:r>
            <a:endParaRPr lang="de-DE" sz="1800" b="0" strike="noStrike" spc="-1">
              <a:solidFill>
                <a:srgbClr val="000000"/>
              </a:solidFill>
              <a:latin typeface="Arial"/>
            </a:endParaRPr>
          </a:p>
        </p:txBody>
      </p:sp>
      <p:sp>
        <p:nvSpPr>
          <p:cNvPr id="32" name="Textfeld 18">
            <a:extLst>
              <a:ext uri="{FF2B5EF4-FFF2-40B4-BE49-F238E27FC236}">
                <a16:creationId xmlns:a16="http://schemas.microsoft.com/office/drawing/2014/main" id="{C87E64CC-00B8-AA67-CA75-171FA77917DD}"/>
              </a:ext>
            </a:extLst>
          </p:cNvPr>
          <p:cNvSpPr/>
          <p:nvPr/>
        </p:nvSpPr>
        <p:spPr>
          <a:xfrm>
            <a:off x="5313960" y="955080"/>
            <a:ext cx="269460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1800" b="0" strike="noStrike" spc="-1">
                <a:solidFill>
                  <a:schemeClr val="dk1"/>
                </a:solidFill>
                <a:latin typeface="Aptos"/>
              </a:rPr>
              <a:t>Feind - der verfolgt, wenn man im Radius ist</a:t>
            </a:r>
            <a:endParaRPr lang="de-DE" sz="1800" b="0" strike="noStrike" spc="-1">
              <a:solidFill>
                <a:srgbClr val="000000"/>
              </a:solidFill>
              <a:latin typeface="Arial"/>
            </a:endParaRPr>
          </a:p>
        </p:txBody>
      </p:sp>
      <p:sp>
        <p:nvSpPr>
          <p:cNvPr id="33" name="Textfeld 19">
            <a:extLst>
              <a:ext uri="{FF2B5EF4-FFF2-40B4-BE49-F238E27FC236}">
                <a16:creationId xmlns:a16="http://schemas.microsoft.com/office/drawing/2014/main" id="{5D4AD055-5097-9452-B226-B7C39E63B433}"/>
              </a:ext>
            </a:extLst>
          </p:cNvPr>
          <p:cNvSpPr/>
          <p:nvPr/>
        </p:nvSpPr>
        <p:spPr>
          <a:xfrm>
            <a:off x="8507520" y="932400"/>
            <a:ext cx="272880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1800" b="0" strike="noStrike" spc="-1">
                <a:solidFill>
                  <a:schemeClr val="dk1"/>
                </a:solidFill>
                <a:latin typeface="Aptos"/>
              </a:rPr>
              <a:t>Schlange - gefährlich und tödlich</a:t>
            </a:r>
            <a:endParaRPr lang="de-DE" sz="1800" b="0" strike="noStrike" spc="-1">
              <a:solidFill>
                <a:srgbClr val="000000"/>
              </a:solidFill>
              <a:latin typeface="Arial"/>
            </a:endParaRPr>
          </a:p>
        </p:txBody>
      </p:sp>
      <p:sp>
        <p:nvSpPr>
          <p:cNvPr id="34" name="Textfeld 20">
            <a:extLst>
              <a:ext uri="{FF2B5EF4-FFF2-40B4-BE49-F238E27FC236}">
                <a16:creationId xmlns:a16="http://schemas.microsoft.com/office/drawing/2014/main" id="{C232D5C6-36DC-9561-4E90-A9205CA53401}"/>
              </a:ext>
            </a:extLst>
          </p:cNvPr>
          <p:cNvSpPr/>
          <p:nvPr/>
        </p:nvSpPr>
        <p:spPr>
          <a:xfrm>
            <a:off x="1339560" y="3849120"/>
            <a:ext cx="248760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1800" b="0" strike="noStrike" spc="-1">
                <a:solidFill>
                  <a:schemeClr val="dk1"/>
                </a:solidFill>
                <a:latin typeface="Aptos"/>
              </a:rPr>
              <a:t>Spinne - giftig und ekelhaft</a:t>
            </a:r>
            <a:endParaRPr lang="de-DE" sz="1800" b="0" strike="noStrike" spc="-1">
              <a:solidFill>
                <a:srgbClr val="000000"/>
              </a:solidFill>
              <a:latin typeface="Arial"/>
            </a:endParaRPr>
          </a:p>
        </p:txBody>
      </p:sp>
      <p:sp>
        <p:nvSpPr>
          <p:cNvPr id="35" name="Textfeld 21">
            <a:extLst>
              <a:ext uri="{FF2B5EF4-FFF2-40B4-BE49-F238E27FC236}">
                <a16:creationId xmlns:a16="http://schemas.microsoft.com/office/drawing/2014/main" id="{1A9F4CE5-A951-D905-5CC6-59F160B7F1F0}"/>
              </a:ext>
            </a:extLst>
          </p:cNvPr>
          <p:cNvSpPr/>
          <p:nvPr/>
        </p:nvSpPr>
        <p:spPr>
          <a:xfrm>
            <a:off x="5130360" y="3849120"/>
            <a:ext cx="2694600" cy="1186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1800" b="0" strike="noStrike" spc="-1">
                <a:solidFill>
                  <a:schemeClr val="dk1"/>
                </a:solidFill>
                <a:latin typeface="Aptos"/>
              </a:rPr>
              <a:t>Relic - mit verschiedenen Attributen Erhöhungen</a:t>
            </a:r>
            <a:endParaRPr lang="de-DE" sz="1800" b="0" strike="noStrike" spc="-1">
              <a:solidFill>
                <a:srgbClr val="000000"/>
              </a:solidFill>
              <a:latin typeface="Arial"/>
            </a:endParaRPr>
          </a:p>
        </p:txBody>
      </p:sp>
      <p:sp>
        <p:nvSpPr>
          <p:cNvPr id="36" name="Textfeld 23">
            <a:extLst>
              <a:ext uri="{FF2B5EF4-FFF2-40B4-BE49-F238E27FC236}">
                <a16:creationId xmlns:a16="http://schemas.microsoft.com/office/drawing/2014/main" id="{70341947-75A7-65BC-A4F9-686AADFAB62A}"/>
              </a:ext>
            </a:extLst>
          </p:cNvPr>
          <p:cNvSpPr/>
          <p:nvPr/>
        </p:nvSpPr>
        <p:spPr>
          <a:xfrm>
            <a:off x="8864871" y="3849120"/>
            <a:ext cx="3082619" cy="644877"/>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1800" b="0" strike="noStrike" spc="-1">
                <a:solidFill>
                  <a:schemeClr val="dk1"/>
                </a:solidFill>
                <a:latin typeface="Aptos"/>
              </a:rPr>
              <a:t>Gatekeeper - Loreens einzige Chance zu entkommen</a:t>
            </a:r>
            <a:endParaRPr lang="de-DE" sz="1800" b="0" strike="noStrike" spc="-1">
              <a:solidFill>
                <a:srgbClr val="000000"/>
              </a:solidFill>
              <a:latin typeface="Arial"/>
            </a:endParaRPr>
          </a:p>
        </p:txBody>
      </p:sp>
    </p:spTree>
    <p:extLst>
      <p:ext uri="{BB962C8B-B14F-4D97-AF65-F5344CB8AC3E}">
        <p14:creationId xmlns:p14="http://schemas.microsoft.com/office/powerpoint/2010/main" val="2366831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C9191-E2E4-1C5E-D862-D96765A0AA45}"/>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046ACE48-351E-CE1F-DD01-122159DCCDB3}"/>
              </a:ext>
            </a:extLst>
          </p:cNvPr>
          <p:cNvSpPr>
            <a:spLocks noGrp="1"/>
          </p:cNvSpPr>
          <p:nvPr>
            <p:ph type="title"/>
          </p:nvPr>
        </p:nvSpPr>
        <p:spPr/>
        <p:txBody>
          <a:bodyPr>
            <a:normAutofit fontScale="90000"/>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de-DE" sz="4000" b="1" err="1">
                <a:solidFill>
                  <a:schemeClr val="dk1"/>
                </a:solidFill>
                <a:latin typeface="Arial"/>
                <a:cs typeface="Arial"/>
              </a:rPr>
              <a:t>Keybindings</a:t>
            </a:r>
            <a:endParaRPr lang="en-US" err="1">
              <a:solidFill>
                <a:schemeClr val="dk1"/>
              </a:solidFill>
              <a:latin typeface="Arial"/>
              <a:cs typeface="Arial"/>
            </a:endParaRPr>
          </a:p>
        </p:txBody>
      </p:sp>
      <p:sp>
        <p:nvSpPr>
          <p:cNvPr id="7" name="Textplatzhalter 6">
            <a:extLst>
              <a:ext uri="{FF2B5EF4-FFF2-40B4-BE49-F238E27FC236}">
                <a16:creationId xmlns:a16="http://schemas.microsoft.com/office/drawing/2014/main" id="{D54C5DD9-93DC-0275-2E8A-9803719F6354}"/>
              </a:ext>
            </a:extLst>
          </p:cNvPr>
          <p:cNvSpPr>
            <a:spLocks noGrp="1"/>
          </p:cNvSpPr>
          <p:nvPr>
            <p:ph type="body" sz="quarter" idx="14"/>
          </p:nvPr>
        </p:nvSpPr>
        <p:spPr/>
        <p:txBody>
          <a:bodyPr lIns="0" tIns="0" rIns="0" bIns="0" anchor="ct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200" indent="-457200">
              <a:lnSpc>
                <a:spcPct val="100000"/>
              </a:lnSpc>
              <a:spcBef>
                <a:spcPts val="0"/>
              </a:spcBef>
              <a:buFont typeface="Arial,Sans-Serif" panose="020B0604020202020204" pitchFamily="34" charset="0"/>
            </a:pPr>
            <a:endParaRPr lang="de-AT" sz="2800">
              <a:solidFill>
                <a:schemeClr val="dk1"/>
              </a:solidFill>
            </a:endParaRPr>
          </a:p>
          <a:p>
            <a:endParaRPr lang="en-US"/>
          </a:p>
        </p:txBody>
      </p:sp>
      <p:sp>
        <p:nvSpPr>
          <p:cNvPr id="4" name="Fußzeilenplatzhalter 3">
            <a:extLst>
              <a:ext uri="{FF2B5EF4-FFF2-40B4-BE49-F238E27FC236}">
                <a16:creationId xmlns:a16="http://schemas.microsoft.com/office/drawing/2014/main" id="{361A74CC-9E28-54FA-C203-CF13F2FE5208}"/>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latin typeface="Arial"/>
                <a:cs typeface="Arial"/>
              </a:rPr>
              <a:t>RetroBattle| Team 4 | 06/26</a:t>
            </a:r>
          </a:p>
          <a:p>
            <a:endParaRPr lang="en-GB" sz="1400"/>
          </a:p>
        </p:txBody>
      </p:sp>
      <p:sp>
        <p:nvSpPr>
          <p:cNvPr id="5" name="Foliennummernplatzhalter 4">
            <a:extLst>
              <a:ext uri="{FF2B5EF4-FFF2-40B4-BE49-F238E27FC236}">
                <a16:creationId xmlns:a16="http://schemas.microsoft.com/office/drawing/2014/main" id="{CCF2F2AF-91D5-DEFF-944D-28755245EEE0}"/>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7</a:t>
            </a:fld>
            <a:endParaRPr lang="en-GB"/>
          </a:p>
        </p:txBody>
      </p:sp>
      <p:sp>
        <p:nvSpPr>
          <p:cNvPr id="2" name="TextBox 1">
            <a:extLst>
              <a:ext uri="{FF2B5EF4-FFF2-40B4-BE49-F238E27FC236}">
                <a16:creationId xmlns:a16="http://schemas.microsoft.com/office/drawing/2014/main" id="{A76E169E-C89C-DC09-9BC6-17F5883CB0FC}"/>
              </a:ext>
            </a:extLst>
          </p:cNvPr>
          <p:cNvSpPr txBox="1"/>
          <p:nvPr/>
        </p:nvSpPr>
        <p:spPr>
          <a:xfrm>
            <a:off x="1016001" y="1578429"/>
            <a:ext cx="1027611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endParaRPr lang="de-AT">
              <a:solidFill>
                <a:schemeClr val="dk1"/>
              </a:solidFill>
              <a:latin typeface="Arial"/>
              <a:cs typeface="Arial"/>
            </a:endParaRPr>
          </a:p>
          <a:p>
            <a:endParaRPr/>
          </a:p>
          <a:p>
            <a:pPr algn="ctr"/>
            <a:endParaRPr lang="en-US"/>
          </a:p>
        </p:txBody>
      </p:sp>
      <p:sp>
        <p:nvSpPr>
          <p:cNvPr id="3" name="Untertitel 2">
            <a:extLst>
              <a:ext uri="{FF2B5EF4-FFF2-40B4-BE49-F238E27FC236}">
                <a16:creationId xmlns:a16="http://schemas.microsoft.com/office/drawing/2014/main" id="{F1E75D49-F766-3769-4860-4540ACEBAF46}"/>
              </a:ext>
            </a:extLst>
          </p:cNvPr>
          <p:cNvSpPr/>
          <p:nvPr/>
        </p:nvSpPr>
        <p:spPr>
          <a:xfrm>
            <a:off x="1523880" y="9000"/>
            <a:ext cx="9143640" cy="732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lnSpc>
                <a:spcPct val="90000"/>
              </a:lnSpc>
              <a:spcBef>
                <a:spcPts val="1001"/>
              </a:spcBef>
              <a:tabLst>
                <a:tab pos="0" algn="l"/>
              </a:tabLst>
            </a:pPr>
            <a:endParaRPr lang="de-DE" sz="4000" b="0" strike="noStrike" spc="-1">
              <a:solidFill>
                <a:schemeClr val="dk1"/>
              </a:solidFill>
              <a:latin typeface="Aptos"/>
            </a:endParaRPr>
          </a:p>
        </p:txBody>
      </p:sp>
      <p:sp>
        <p:nvSpPr>
          <p:cNvPr id="8" name="Textfeld 3">
            <a:extLst>
              <a:ext uri="{FF2B5EF4-FFF2-40B4-BE49-F238E27FC236}">
                <a16:creationId xmlns:a16="http://schemas.microsoft.com/office/drawing/2014/main" id="{5AEA8B93-F322-9F62-167A-7D143B684FFD}"/>
              </a:ext>
            </a:extLst>
          </p:cNvPr>
          <p:cNvSpPr/>
          <p:nvPr/>
        </p:nvSpPr>
        <p:spPr>
          <a:xfrm>
            <a:off x="774720" y="888840"/>
            <a:ext cx="2569320" cy="1735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DE" sz="1800" b="0" strike="noStrike" spc="-1">
                <a:solidFill>
                  <a:schemeClr val="dk1"/>
                </a:solidFill>
                <a:latin typeface="Aptos"/>
              </a:rPr>
              <a:t>Bewegung des Spielers:</a:t>
            </a:r>
            <a:endParaRPr lang="de-DE" sz="1800" b="0" strike="noStrike" spc="-1">
              <a:solidFill>
                <a:srgbClr val="000000"/>
              </a:solidFill>
              <a:latin typeface="Arial"/>
            </a:endParaRPr>
          </a:p>
          <a:p>
            <a:pPr marL="285840" indent="-285840" defTabSz="914400">
              <a:lnSpc>
                <a:spcPct val="100000"/>
              </a:lnSpc>
              <a:buClr>
                <a:srgbClr val="000000"/>
              </a:buClr>
              <a:buFont typeface="Arial"/>
              <a:buChar char="•"/>
            </a:pPr>
            <a:r>
              <a:rPr lang="de-DE" sz="1800" b="0" strike="noStrike" spc="-1">
                <a:solidFill>
                  <a:schemeClr val="dk1"/>
                </a:solidFill>
                <a:latin typeface="Aptos"/>
              </a:rPr>
              <a:t>w : Nach oben</a:t>
            </a:r>
            <a:endParaRPr lang="de-DE" sz="1800" b="0" strike="noStrike" spc="-1">
              <a:solidFill>
                <a:srgbClr val="000000"/>
              </a:solidFill>
              <a:latin typeface="Arial"/>
            </a:endParaRPr>
          </a:p>
          <a:p>
            <a:pPr marL="285840" indent="-285840" defTabSz="914400">
              <a:lnSpc>
                <a:spcPct val="100000"/>
              </a:lnSpc>
              <a:buClr>
                <a:srgbClr val="000000"/>
              </a:buClr>
              <a:buFont typeface="Arial"/>
              <a:buChar char="•"/>
            </a:pPr>
            <a:r>
              <a:rPr lang="de-DE" sz="1800" b="0" strike="noStrike" spc="-1">
                <a:solidFill>
                  <a:schemeClr val="dk1"/>
                </a:solidFill>
                <a:latin typeface="Aptos"/>
              </a:rPr>
              <a:t>A : Links</a:t>
            </a:r>
            <a:endParaRPr lang="de-DE" sz="1800" b="0" strike="noStrike" spc="-1">
              <a:solidFill>
                <a:srgbClr val="000000"/>
              </a:solidFill>
              <a:latin typeface="Arial"/>
            </a:endParaRPr>
          </a:p>
          <a:p>
            <a:pPr marL="285840" indent="-285840" defTabSz="914400">
              <a:lnSpc>
                <a:spcPct val="100000"/>
              </a:lnSpc>
              <a:buClr>
                <a:srgbClr val="000000"/>
              </a:buClr>
              <a:buFont typeface="Arial"/>
              <a:buChar char="•"/>
            </a:pPr>
            <a:r>
              <a:rPr lang="de-DE" sz="1800" b="0" strike="noStrike" spc="-1">
                <a:solidFill>
                  <a:schemeClr val="dk1"/>
                </a:solidFill>
                <a:latin typeface="Aptos"/>
              </a:rPr>
              <a:t>d : Rechts</a:t>
            </a:r>
            <a:endParaRPr lang="de-DE" sz="1800" b="0" strike="noStrike" spc="-1">
              <a:solidFill>
                <a:srgbClr val="000000"/>
              </a:solidFill>
              <a:latin typeface="Arial"/>
            </a:endParaRPr>
          </a:p>
          <a:p>
            <a:pPr marL="285840" indent="-285840" defTabSz="914400">
              <a:lnSpc>
                <a:spcPct val="100000"/>
              </a:lnSpc>
              <a:buClr>
                <a:srgbClr val="000000"/>
              </a:buClr>
              <a:buFont typeface="Arial"/>
              <a:buChar char="•"/>
            </a:pPr>
            <a:r>
              <a:rPr lang="de-DE" sz="1800" b="0" strike="noStrike" spc="-1">
                <a:solidFill>
                  <a:schemeClr val="dk1"/>
                </a:solidFill>
                <a:latin typeface="Aptos"/>
              </a:rPr>
              <a:t>s : Nach unten</a:t>
            </a:r>
            <a:endParaRPr lang="de-DE" sz="1800" b="0" strike="noStrike" spc="-1">
              <a:solidFill>
                <a:srgbClr val="000000"/>
              </a:solidFill>
              <a:latin typeface="Arial"/>
            </a:endParaRPr>
          </a:p>
        </p:txBody>
      </p:sp>
      <p:sp>
        <p:nvSpPr>
          <p:cNvPr id="9" name="Textfeld 2">
            <a:extLst>
              <a:ext uri="{FF2B5EF4-FFF2-40B4-BE49-F238E27FC236}">
                <a16:creationId xmlns:a16="http://schemas.microsoft.com/office/drawing/2014/main" id="{EA177876-2A94-68A7-CD60-B60FE11E02B7}"/>
              </a:ext>
            </a:extLst>
          </p:cNvPr>
          <p:cNvSpPr/>
          <p:nvPr/>
        </p:nvSpPr>
        <p:spPr>
          <a:xfrm>
            <a:off x="577800" y="4361040"/>
            <a:ext cx="108662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DE" sz="1800" b="0" strike="noStrike" spc="-1">
                <a:solidFill>
                  <a:schemeClr val="dk1"/>
                </a:solidFill>
                <a:latin typeface="Aptos"/>
              </a:rPr>
              <a:t> </a:t>
            </a:r>
            <a:endParaRPr lang="de-DE" sz="1800" b="0" strike="noStrike" spc="-1">
              <a:solidFill>
                <a:srgbClr val="000000"/>
              </a:solidFill>
              <a:latin typeface="Arial"/>
            </a:endParaRPr>
          </a:p>
        </p:txBody>
      </p:sp>
      <p:pic>
        <p:nvPicPr>
          <p:cNvPr id="10" name="Grafik 5">
            <a:extLst>
              <a:ext uri="{FF2B5EF4-FFF2-40B4-BE49-F238E27FC236}">
                <a16:creationId xmlns:a16="http://schemas.microsoft.com/office/drawing/2014/main" id="{05F9EA64-AE92-00E7-1C11-4748B2852BA8}"/>
              </a:ext>
            </a:extLst>
          </p:cNvPr>
          <p:cNvPicPr/>
          <p:nvPr/>
        </p:nvPicPr>
        <p:blipFill>
          <a:blip r:embed="rId2"/>
          <a:stretch/>
        </p:blipFill>
        <p:spPr>
          <a:xfrm>
            <a:off x="6454800" y="1803600"/>
            <a:ext cx="5362920" cy="1257120"/>
          </a:xfrm>
          <a:prstGeom prst="rect">
            <a:avLst/>
          </a:prstGeom>
          <a:ln w="0">
            <a:noFill/>
          </a:ln>
        </p:spPr>
      </p:pic>
      <p:sp>
        <p:nvSpPr>
          <p:cNvPr id="11" name="Textfeld 6">
            <a:extLst>
              <a:ext uri="{FF2B5EF4-FFF2-40B4-BE49-F238E27FC236}">
                <a16:creationId xmlns:a16="http://schemas.microsoft.com/office/drawing/2014/main" id="{3185D036-0E99-2B98-E7B6-3A392D94C10C}"/>
              </a:ext>
            </a:extLst>
          </p:cNvPr>
          <p:cNvSpPr/>
          <p:nvPr/>
        </p:nvSpPr>
        <p:spPr>
          <a:xfrm>
            <a:off x="6436080" y="1044720"/>
            <a:ext cx="54568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1800" b="0" strike="noStrike" spc="-1">
                <a:solidFill>
                  <a:schemeClr val="dk1"/>
                </a:solidFill>
                <a:latin typeface="Aptos"/>
              </a:rPr>
              <a:t>Spieler Info anzeigen.Oben rechts. Position, Bewegungsrichtung, Relicsanzahl.</a:t>
            </a:r>
            <a:endParaRPr lang="de-DE" sz="1800" b="0" strike="noStrike" spc="-1">
              <a:solidFill>
                <a:srgbClr val="000000"/>
              </a:solidFill>
              <a:latin typeface="Arial"/>
            </a:endParaRPr>
          </a:p>
        </p:txBody>
      </p:sp>
      <p:sp>
        <p:nvSpPr>
          <p:cNvPr id="12" name="Textfeld 7">
            <a:extLst>
              <a:ext uri="{FF2B5EF4-FFF2-40B4-BE49-F238E27FC236}">
                <a16:creationId xmlns:a16="http://schemas.microsoft.com/office/drawing/2014/main" id="{E50285B3-8196-C421-7676-838F6268070D}"/>
              </a:ext>
            </a:extLst>
          </p:cNvPr>
          <p:cNvSpPr/>
          <p:nvPr/>
        </p:nvSpPr>
        <p:spPr>
          <a:xfrm>
            <a:off x="5770080" y="1960200"/>
            <a:ext cx="684360" cy="759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4400" b="0" strike="noStrike" spc="-1">
                <a:solidFill>
                  <a:schemeClr val="dk1"/>
                </a:solidFill>
                <a:latin typeface="Aptos"/>
              </a:rPr>
              <a:t>i:</a:t>
            </a:r>
            <a:endParaRPr lang="de-DE" sz="4400" b="0" strike="noStrike" spc="-1">
              <a:solidFill>
                <a:srgbClr val="000000"/>
              </a:solidFill>
              <a:latin typeface="Arial"/>
            </a:endParaRPr>
          </a:p>
        </p:txBody>
      </p:sp>
      <p:pic>
        <p:nvPicPr>
          <p:cNvPr id="13" name="Grafik 9">
            <a:extLst>
              <a:ext uri="{FF2B5EF4-FFF2-40B4-BE49-F238E27FC236}">
                <a16:creationId xmlns:a16="http://schemas.microsoft.com/office/drawing/2014/main" id="{3A76741B-BCEC-91C0-6B47-DCC0B16DABE2}"/>
              </a:ext>
            </a:extLst>
          </p:cNvPr>
          <p:cNvPicPr/>
          <p:nvPr/>
        </p:nvPicPr>
        <p:blipFill>
          <a:blip r:embed="rId3"/>
          <a:stretch/>
        </p:blipFill>
        <p:spPr>
          <a:xfrm>
            <a:off x="6436080" y="4510629"/>
            <a:ext cx="3533760" cy="1190520"/>
          </a:xfrm>
          <a:prstGeom prst="rect">
            <a:avLst/>
          </a:prstGeom>
          <a:ln w="0">
            <a:noFill/>
          </a:ln>
        </p:spPr>
      </p:pic>
      <p:sp>
        <p:nvSpPr>
          <p:cNvPr id="14" name="Textfeld 10">
            <a:extLst>
              <a:ext uri="{FF2B5EF4-FFF2-40B4-BE49-F238E27FC236}">
                <a16:creationId xmlns:a16="http://schemas.microsoft.com/office/drawing/2014/main" id="{7CF29643-D341-20C0-5F6E-F003B7B29D31}"/>
              </a:ext>
            </a:extLst>
          </p:cNvPr>
          <p:cNvSpPr/>
          <p:nvPr/>
        </p:nvSpPr>
        <p:spPr>
          <a:xfrm>
            <a:off x="5469291" y="4600760"/>
            <a:ext cx="876600" cy="1430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4400" b="0" strike="noStrike" spc="-1">
                <a:solidFill>
                  <a:schemeClr val="dk1"/>
                </a:solidFill>
                <a:latin typeface="Aptos"/>
              </a:rPr>
              <a:t>m:</a:t>
            </a:r>
            <a:endParaRPr lang="de-DE" sz="4400" b="0" strike="noStrike" spc="-1">
              <a:solidFill>
                <a:srgbClr val="000000"/>
              </a:solidFill>
              <a:latin typeface="Arial"/>
            </a:endParaRPr>
          </a:p>
        </p:txBody>
      </p:sp>
      <p:sp>
        <p:nvSpPr>
          <p:cNvPr id="15" name="Textfeld 11">
            <a:extLst>
              <a:ext uri="{FF2B5EF4-FFF2-40B4-BE49-F238E27FC236}">
                <a16:creationId xmlns:a16="http://schemas.microsoft.com/office/drawing/2014/main" id="{BEA5BE5A-CE6B-7631-D300-FA6EE3C41FAF}"/>
              </a:ext>
            </a:extLst>
          </p:cNvPr>
          <p:cNvSpPr/>
          <p:nvPr/>
        </p:nvSpPr>
        <p:spPr>
          <a:xfrm>
            <a:off x="6341737" y="3513051"/>
            <a:ext cx="538164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1800" b="0" strike="noStrike" spc="-1">
                <a:solidFill>
                  <a:schemeClr val="dk1"/>
                </a:solidFill>
                <a:latin typeface="Aptos"/>
              </a:rPr>
              <a:t>Spiel Info anzeigen. Oben links. Frames per Second, Zeit, die eine Frame braucht, gesamte  angezeigte Frames Anzahl.</a:t>
            </a:r>
            <a:endParaRPr lang="de-DE" sz="1800" b="0" strike="noStrike" spc="-1">
              <a:solidFill>
                <a:srgbClr val="000000"/>
              </a:solidFill>
              <a:latin typeface="Arial"/>
            </a:endParaRPr>
          </a:p>
        </p:txBody>
      </p:sp>
      <p:pic>
        <p:nvPicPr>
          <p:cNvPr id="16" name="Grafik 13">
            <a:extLst>
              <a:ext uri="{FF2B5EF4-FFF2-40B4-BE49-F238E27FC236}">
                <a16:creationId xmlns:a16="http://schemas.microsoft.com/office/drawing/2014/main" id="{AD0D0DE1-CDB4-5CC6-FB2B-90FEBBEEE52B}"/>
              </a:ext>
            </a:extLst>
          </p:cNvPr>
          <p:cNvPicPr/>
          <p:nvPr/>
        </p:nvPicPr>
        <p:blipFill>
          <a:blip r:embed="rId4"/>
          <a:stretch/>
        </p:blipFill>
        <p:spPr>
          <a:xfrm>
            <a:off x="1364760" y="4744440"/>
            <a:ext cx="780840" cy="1190520"/>
          </a:xfrm>
          <a:prstGeom prst="rect">
            <a:avLst/>
          </a:prstGeom>
          <a:ln w="0">
            <a:noFill/>
          </a:ln>
        </p:spPr>
      </p:pic>
      <p:sp>
        <p:nvSpPr>
          <p:cNvPr id="17" name="Textfeld 14">
            <a:extLst>
              <a:ext uri="{FF2B5EF4-FFF2-40B4-BE49-F238E27FC236}">
                <a16:creationId xmlns:a16="http://schemas.microsoft.com/office/drawing/2014/main" id="{FBFC0298-8683-60EB-CDD1-76EE4B135E5F}"/>
              </a:ext>
            </a:extLst>
          </p:cNvPr>
          <p:cNvSpPr/>
          <p:nvPr/>
        </p:nvSpPr>
        <p:spPr>
          <a:xfrm>
            <a:off x="2187360" y="5013360"/>
            <a:ext cx="231408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1800" b="0" strike="noStrike" spc="-1">
                <a:solidFill>
                  <a:schemeClr val="dk1"/>
                </a:solidFill>
                <a:latin typeface="Aptos"/>
              </a:rPr>
              <a:t>Bounding Boxes der Entitäten anzeigen.</a:t>
            </a:r>
            <a:endParaRPr lang="de-DE" sz="1800" b="0" strike="noStrike" spc="-1">
              <a:solidFill>
                <a:srgbClr val="000000"/>
              </a:solidFill>
              <a:latin typeface="Arial"/>
            </a:endParaRPr>
          </a:p>
        </p:txBody>
      </p:sp>
      <p:sp>
        <p:nvSpPr>
          <p:cNvPr id="18" name="Textfeld 17">
            <a:extLst>
              <a:ext uri="{FF2B5EF4-FFF2-40B4-BE49-F238E27FC236}">
                <a16:creationId xmlns:a16="http://schemas.microsoft.com/office/drawing/2014/main" id="{DE788AFF-72AD-FBC6-20ED-16062D95B1C1}"/>
              </a:ext>
            </a:extLst>
          </p:cNvPr>
          <p:cNvSpPr/>
          <p:nvPr/>
        </p:nvSpPr>
        <p:spPr>
          <a:xfrm>
            <a:off x="679680" y="4852440"/>
            <a:ext cx="684360" cy="1430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4400" b="0" strike="noStrike" spc="-1">
                <a:solidFill>
                  <a:schemeClr val="dk1"/>
                </a:solidFill>
                <a:latin typeface="Aptos"/>
              </a:rPr>
              <a:t>b:</a:t>
            </a:r>
            <a:endParaRPr lang="de-DE" sz="4400" b="0" strike="noStrike" spc="-1">
              <a:solidFill>
                <a:srgbClr val="000000"/>
              </a:solidFill>
              <a:latin typeface="Arial"/>
            </a:endParaRPr>
          </a:p>
        </p:txBody>
      </p:sp>
      <p:sp>
        <p:nvSpPr>
          <p:cNvPr id="19" name="Textfeld 18">
            <a:extLst>
              <a:ext uri="{FF2B5EF4-FFF2-40B4-BE49-F238E27FC236}">
                <a16:creationId xmlns:a16="http://schemas.microsoft.com/office/drawing/2014/main" id="{1466E0BD-749D-101A-0B2D-F0997BE786E6}"/>
              </a:ext>
            </a:extLst>
          </p:cNvPr>
          <p:cNvSpPr/>
          <p:nvPr/>
        </p:nvSpPr>
        <p:spPr>
          <a:xfrm>
            <a:off x="1364760" y="2558160"/>
            <a:ext cx="2213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1800" b="0" strike="noStrike" spc="-1">
                <a:solidFill>
                  <a:schemeClr val="dk1"/>
                </a:solidFill>
                <a:latin typeface="Aptos"/>
              </a:rPr>
              <a:t>beendet das Spiel</a:t>
            </a:r>
            <a:endParaRPr lang="de-DE" sz="1800" b="0" strike="noStrike" spc="-1">
              <a:solidFill>
                <a:srgbClr val="000000"/>
              </a:solidFill>
              <a:latin typeface="Arial"/>
            </a:endParaRPr>
          </a:p>
        </p:txBody>
      </p:sp>
      <p:sp>
        <p:nvSpPr>
          <p:cNvPr id="20" name="Textfeld 19">
            <a:extLst>
              <a:ext uri="{FF2B5EF4-FFF2-40B4-BE49-F238E27FC236}">
                <a16:creationId xmlns:a16="http://schemas.microsoft.com/office/drawing/2014/main" id="{2921DBC7-EEC4-A5FD-2379-E184D50438AB}"/>
              </a:ext>
            </a:extLst>
          </p:cNvPr>
          <p:cNvSpPr/>
          <p:nvPr/>
        </p:nvSpPr>
        <p:spPr>
          <a:xfrm>
            <a:off x="1289520" y="3105720"/>
            <a:ext cx="353376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1800" b="0" strike="noStrike" spc="-1">
                <a:solidFill>
                  <a:schemeClr val="dk1"/>
                </a:solidFill>
                <a:latin typeface="Aptos"/>
              </a:rPr>
              <a:t>tötet den/die Feind/e wenn im Kampffenster</a:t>
            </a:r>
            <a:endParaRPr lang="de-DE" sz="1800" b="0" strike="noStrike" spc="-1">
              <a:solidFill>
                <a:srgbClr val="000000"/>
              </a:solidFill>
              <a:latin typeface="Arial"/>
            </a:endParaRPr>
          </a:p>
        </p:txBody>
      </p:sp>
      <p:sp>
        <p:nvSpPr>
          <p:cNvPr id="21" name="Textfeld 20">
            <a:extLst>
              <a:ext uri="{FF2B5EF4-FFF2-40B4-BE49-F238E27FC236}">
                <a16:creationId xmlns:a16="http://schemas.microsoft.com/office/drawing/2014/main" id="{A6FB5CC4-D1F7-47F8-1975-7D5BF9334A28}"/>
              </a:ext>
            </a:extLst>
          </p:cNvPr>
          <p:cNvSpPr/>
          <p:nvPr/>
        </p:nvSpPr>
        <p:spPr>
          <a:xfrm>
            <a:off x="734760" y="2999160"/>
            <a:ext cx="684360" cy="1430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4400" b="0" strike="noStrike" spc="-1">
                <a:solidFill>
                  <a:schemeClr val="dk1"/>
                </a:solidFill>
                <a:latin typeface="Aptos"/>
              </a:rPr>
              <a:t>k:</a:t>
            </a:r>
            <a:endParaRPr lang="de-DE" sz="4400" b="0" strike="noStrike" spc="-1">
              <a:solidFill>
                <a:srgbClr val="000000"/>
              </a:solidFill>
              <a:latin typeface="Arial"/>
            </a:endParaRPr>
          </a:p>
        </p:txBody>
      </p:sp>
      <p:sp>
        <p:nvSpPr>
          <p:cNvPr id="22" name="Textfeld 21">
            <a:extLst>
              <a:ext uri="{FF2B5EF4-FFF2-40B4-BE49-F238E27FC236}">
                <a16:creationId xmlns:a16="http://schemas.microsoft.com/office/drawing/2014/main" id="{FDB43799-413F-AECD-296B-E61A73151A4A}"/>
              </a:ext>
            </a:extLst>
          </p:cNvPr>
          <p:cNvSpPr/>
          <p:nvPr/>
        </p:nvSpPr>
        <p:spPr>
          <a:xfrm>
            <a:off x="774720" y="2319840"/>
            <a:ext cx="684360" cy="767987"/>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4400" b="0" strike="noStrike" spc="-1">
                <a:solidFill>
                  <a:schemeClr val="dk1"/>
                </a:solidFill>
                <a:latin typeface="Aptos"/>
              </a:rPr>
              <a:t>x:</a:t>
            </a:r>
            <a:endParaRPr lang="de-DE" sz="4400" b="0" strike="noStrike" spc="-1">
              <a:solidFill>
                <a:srgbClr val="000000"/>
              </a:solidFill>
              <a:latin typeface="Arial"/>
            </a:endParaRPr>
          </a:p>
        </p:txBody>
      </p:sp>
      <p:sp>
        <p:nvSpPr>
          <p:cNvPr id="23" name="Textfeld 22">
            <a:extLst>
              <a:ext uri="{FF2B5EF4-FFF2-40B4-BE49-F238E27FC236}">
                <a16:creationId xmlns:a16="http://schemas.microsoft.com/office/drawing/2014/main" id="{C79A4497-4DAD-A429-60D4-EDE49EE415BD}"/>
              </a:ext>
            </a:extLst>
          </p:cNvPr>
          <p:cNvSpPr/>
          <p:nvPr/>
        </p:nvSpPr>
        <p:spPr>
          <a:xfrm>
            <a:off x="1289520" y="3948480"/>
            <a:ext cx="353376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1800" b="0" strike="noStrike" spc="-1">
                <a:solidFill>
                  <a:schemeClr val="dk1"/>
                </a:solidFill>
                <a:latin typeface="Aptos"/>
              </a:rPr>
              <a:t>verlieren gegen den/die Feind/e wenn im Kampffenster</a:t>
            </a:r>
            <a:endParaRPr lang="de-DE" sz="1800" b="0" strike="noStrike" spc="-1">
              <a:solidFill>
                <a:srgbClr val="000000"/>
              </a:solidFill>
              <a:latin typeface="Arial"/>
            </a:endParaRPr>
          </a:p>
        </p:txBody>
      </p:sp>
      <p:sp>
        <p:nvSpPr>
          <p:cNvPr id="24" name="Textfeld 23">
            <a:extLst>
              <a:ext uri="{FF2B5EF4-FFF2-40B4-BE49-F238E27FC236}">
                <a16:creationId xmlns:a16="http://schemas.microsoft.com/office/drawing/2014/main" id="{BC5C2A9C-4109-638F-40FA-062153323BD8}"/>
              </a:ext>
            </a:extLst>
          </p:cNvPr>
          <p:cNvSpPr/>
          <p:nvPr/>
        </p:nvSpPr>
        <p:spPr>
          <a:xfrm>
            <a:off x="839160" y="3840480"/>
            <a:ext cx="684360" cy="759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4400" b="0" strike="noStrike" spc="-1">
                <a:solidFill>
                  <a:schemeClr val="dk1"/>
                </a:solidFill>
                <a:latin typeface="Aptos"/>
              </a:rPr>
              <a:t>l:</a:t>
            </a:r>
            <a:endParaRPr lang="de-DE" sz="4400" b="0" strike="noStrike" spc="-1">
              <a:solidFill>
                <a:srgbClr val="000000"/>
              </a:solidFill>
              <a:latin typeface="Arial"/>
            </a:endParaRPr>
          </a:p>
        </p:txBody>
      </p:sp>
    </p:spTree>
    <p:extLst>
      <p:ext uri="{BB962C8B-B14F-4D97-AF65-F5344CB8AC3E}">
        <p14:creationId xmlns:p14="http://schemas.microsoft.com/office/powerpoint/2010/main" val="3491431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FABF3-7CE5-FB96-1DFD-057BD429B92C}"/>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4D61FCFA-4CE3-916B-609B-77F7B0800E89}"/>
              </a:ext>
            </a:extLst>
          </p:cNvPr>
          <p:cNvSpPr>
            <a:spLocks noGrp="1"/>
          </p:cNvSpPr>
          <p:nvPr>
            <p:ph type="title"/>
          </p:nvPr>
        </p:nvSpPr>
        <p:spPr/>
        <p:txBody>
          <a:bodyPr>
            <a:normAutofit fontScale="90000"/>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de-DE" sz="4000" b="1">
                <a:solidFill>
                  <a:schemeClr val="dk1"/>
                </a:solidFill>
                <a:latin typeface="Arial"/>
                <a:cs typeface="Arial"/>
              </a:rPr>
              <a:t>Start Bildschirm</a:t>
            </a:r>
            <a:endParaRPr lang="en-US" b="1">
              <a:solidFill>
                <a:schemeClr val="dk1"/>
              </a:solidFill>
              <a:latin typeface="Arial"/>
            </a:endParaRPr>
          </a:p>
        </p:txBody>
      </p:sp>
      <p:sp>
        <p:nvSpPr>
          <p:cNvPr id="7" name="Textplatzhalter 6">
            <a:extLst>
              <a:ext uri="{FF2B5EF4-FFF2-40B4-BE49-F238E27FC236}">
                <a16:creationId xmlns:a16="http://schemas.microsoft.com/office/drawing/2014/main" id="{C5916706-9C30-8257-EF61-18266C74F5C9}"/>
              </a:ext>
            </a:extLst>
          </p:cNvPr>
          <p:cNvSpPr>
            <a:spLocks noGrp="1"/>
          </p:cNvSpPr>
          <p:nvPr>
            <p:ph type="body" sz="quarter" idx="14"/>
          </p:nvPr>
        </p:nvSpPr>
        <p:spPr/>
        <p:txBody>
          <a:bodyPr lIns="0" tIns="0" rIns="0" bIns="0" anchor="ct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200" indent="-457200">
              <a:lnSpc>
                <a:spcPct val="100000"/>
              </a:lnSpc>
              <a:spcBef>
                <a:spcPts val="0"/>
              </a:spcBef>
              <a:buFont typeface="Arial,Sans-Serif" panose="020B0604020202020204" pitchFamily="34" charset="0"/>
            </a:pPr>
            <a:endParaRPr lang="de-AT" sz="2800">
              <a:solidFill>
                <a:schemeClr val="dk1"/>
              </a:solidFill>
            </a:endParaRPr>
          </a:p>
          <a:p>
            <a:endParaRPr lang="en-US"/>
          </a:p>
        </p:txBody>
      </p:sp>
      <p:sp>
        <p:nvSpPr>
          <p:cNvPr id="4" name="Fußzeilenplatzhalter 3">
            <a:extLst>
              <a:ext uri="{FF2B5EF4-FFF2-40B4-BE49-F238E27FC236}">
                <a16:creationId xmlns:a16="http://schemas.microsoft.com/office/drawing/2014/main" id="{37BFC250-0EB2-99DF-CCCB-DB946BFCAFBC}"/>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latin typeface="Arial"/>
                <a:cs typeface="Arial"/>
              </a:rPr>
              <a:t>RetroBattle| Team 4 | 06/26</a:t>
            </a:r>
          </a:p>
          <a:p>
            <a:endParaRPr lang="en-GB" sz="1400"/>
          </a:p>
        </p:txBody>
      </p:sp>
      <p:sp>
        <p:nvSpPr>
          <p:cNvPr id="5" name="Foliennummernplatzhalter 4">
            <a:extLst>
              <a:ext uri="{FF2B5EF4-FFF2-40B4-BE49-F238E27FC236}">
                <a16:creationId xmlns:a16="http://schemas.microsoft.com/office/drawing/2014/main" id="{C0E1D349-7B4B-935E-3E69-8496DF6DD885}"/>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8</a:t>
            </a:fld>
            <a:endParaRPr lang="en-GB"/>
          </a:p>
        </p:txBody>
      </p:sp>
      <p:sp>
        <p:nvSpPr>
          <p:cNvPr id="2" name="TextBox 1">
            <a:extLst>
              <a:ext uri="{FF2B5EF4-FFF2-40B4-BE49-F238E27FC236}">
                <a16:creationId xmlns:a16="http://schemas.microsoft.com/office/drawing/2014/main" id="{D3A83D9F-156F-3317-7488-AC63D08F0316}"/>
              </a:ext>
            </a:extLst>
          </p:cNvPr>
          <p:cNvSpPr txBox="1"/>
          <p:nvPr/>
        </p:nvSpPr>
        <p:spPr>
          <a:xfrm>
            <a:off x="791030" y="722086"/>
            <a:ext cx="10268856"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AT">
                <a:solidFill>
                  <a:schemeClr val="dk1"/>
                </a:solidFill>
                <a:latin typeface="Arial"/>
                <a:ea typeface="Arial"/>
                <a:cs typeface="Arial"/>
              </a:rPr>
              <a:t>Der Startbildschirm erinnert an ein Dungeon oder einen dunklen Tempel. Der Korridor, der ins Innere führt</a:t>
            </a:r>
            <a:r>
              <a:rPr lang="de-AT" i="0" u="none" strike="noStrike" baseline="0">
                <a:solidFill>
                  <a:schemeClr val="dk1"/>
                </a:solidFill>
                <a:latin typeface="Arial"/>
                <a:ea typeface="Arial"/>
                <a:cs typeface="Arial"/>
              </a:rPr>
              <a:t>, </a:t>
            </a:r>
            <a:r>
              <a:rPr lang="de-AT">
                <a:solidFill>
                  <a:schemeClr val="dk1"/>
                </a:solidFill>
                <a:latin typeface="Arial"/>
                <a:ea typeface="Arial"/>
                <a:cs typeface="Arial"/>
              </a:rPr>
              <a:t>ist mit einem roten Teppich bedeckt. Niemand weiß, was da drinnen lauert. Wer tapfer genug ist</a:t>
            </a:r>
            <a:r>
              <a:rPr lang="de-AT" i="0" u="none" strike="noStrike" baseline="0">
                <a:solidFill>
                  <a:schemeClr val="dk1"/>
                </a:solidFill>
                <a:latin typeface="Arial"/>
                <a:ea typeface="Arial"/>
                <a:cs typeface="Arial"/>
              </a:rPr>
              <a:t>, </a:t>
            </a:r>
            <a:r>
              <a:rPr lang="de-AT">
                <a:solidFill>
                  <a:schemeClr val="dk1"/>
                </a:solidFill>
                <a:latin typeface="Arial"/>
                <a:ea typeface="Arial"/>
                <a:cs typeface="Arial"/>
              </a:rPr>
              <a:t>der sollte Enter drücken, um es herauszufinden.</a:t>
            </a:r>
            <a:br>
              <a:rPr lang="de-AT">
                <a:solidFill>
                  <a:schemeClr val="dk1"/>
                </a:solidFill>
                <a:latin typeface="Aptos"/>
                <a:ea typeface="Arial"/>
                <a:cs typeface="Arial"/>
              </a:rPr>
            </a:br>
            <a:br>
              <a:rPr lang="de-AT">
                <a:latin typeface="Aptos"/>
                <a:cs typeface="Arial"/>
              </a:rPr>
            </a:br>
            <a:endParaRPr lang="en-US">
              <a:solidFill>
                <a:schemeClr val="dk1"/>
              </a:solidFill>
              <a:latin typeface="Arial"/>
              <a:cs typeface="Arial"/>
            </a:endParaRPr>
          </a:p>
          <a:p>
            <a:endParaRPr/>
          </a:p>
          <a:p>
            <a:pPr algn="ctr"/>
            <a:endParaRPr lang="en-US"/>
          </a:p>
        </p:txBody>
      </p:sp>
      <p:pic>
        <p:nvPicPr>
          <p:cNvPr id="3" name="Picture 2">
            <a:extLst>
              <a:ext uri="{FF2B5EF4-FFF2-40B4-BE49-F238E27FC236}">
                <a16:creationId xmlns:a16="http://schemas.microsoft.com/office/drawing/2014/main" id="{3B722225-95B7-1055-06AB-E07D67E6C224}"/>
              </a:ext>
            </a:extLst>
          </p:cNvPr>
          <p:cNvPicPr>
            <a:picLocks noChangeAspect="1"/>
          </p:cNvPicPr>
          <p:nvPr/>
        </p:nvPicPr>
        <p:blipFill>
          <a:blip r:embed="rId2"/>
          <a:srcRect r="-76" b="150"/>
          <a:stretch>
            <a:fillRect/>
          </a:stretch>
        </p:blipFill>
        <p:spPr>
          <a:xfrm>
            <a:off x="1135517" y="1597479"/>
            <a:ext cx="9579893" cy="4606463"/>
          </a:xfrm>
          <a:prstGeom prst="rect">
            <a:avLst/>
          </a:prstGeom>
        </p:spPr>
      </p:pic>
    </p:spTree>
    <p:extLst>
      <p:ext uri="{BB962C8B-B14F-4D97-AF65-F5344CB8AC3E}">
        <p14:creationId xmlns:p14="http://schemas.microsoft.com/office/powerpoint/2010/main" val="1436591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E5235-5CF8-070E-CE0B-E2DDBFE11F8E}"/>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FC44D370-B308-6C12-C900-865F145F042D}"/>
              </a:ext>
            </a:extLst>
          </p:cNvPr>
          <p:cNvSpPr>
            <a:spLocks noGrp="1"/>
          </p:cNvSpPr>
          <p:nvPr>
            <p:ph type="title"/>
          </p:nvPr>
        </p:nvSpPr>
        <p:spPr/>
        <p:txBody>
          <a:bodyP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de-DE" sz="3600" b="1">
                <a:solidFill>
                  <a:schemeClr val="dk1"/>
                </a:solidFill>
                <a:latin typeface="Arial"/>
                <a:cs typeface="Arial"/>
              </a:rPr>
              <a:t>Start Raum</a:t>
            </a:r>
            <a:endParaRPr lang="en-US" sz="3600" b="1">
              <a:solidFill>
                <a:schemeClr val="dk1"/>
              </a:solidFill>
              <a:latin typeface="Arial"/>
              <a:cs typeface="Arial"/>
            </a:endParaRPr>
          </a:p>
        </p:txBody>
      </p:sp>
      <p:sp>
        <p:nvSpPr>
          <p:cNvPr id="7" name="Textplatzhalter 6">
            <a:extLst>
              <a:ext uri="{FF2B5EF4-FFF2-40B4-BE49-F238E27FC236}">
                <a16:creationId xmlns:a16="http://schemas.microsoft.com/office/drawing/2014/main" id="{4DB9E506-4F8A-0ABE-A29F-8D92B71CBE7F}"/>
              </a:ext>
            </a:extLst>
          </p:cNvPr>
          <p:cNvSpPr>
            <a:spLocks noGrp="1"/>
          </p:cNvSpPr>
          <p:nvPr>
            <p:ph type="body" sz="quarter" idx="14"/>
          </p:nvPr>
        </p:nvSpPr>
        <p:spPr/>
        <p:txBody>
          <a:bodyPr lIns="0" tIns="0" rIns="0" bIns="0" anchor="ct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200" indent="-457200">
              <a:lnSpc>
                <a:spcPct val="100000"/>
              </a:lnSpc>
              <a:spcBef>
                <a:spcPts val="0"/>
              </a:spcBef>
              <a:buFont typeface="Arial,Sans-Serif" panose="020B0604020202020204" pitchFamily="34" charset="0"/>
            </a:pPr>
            <a:endParaRPr lang="de-AT" sz="2800">
              <a:solidFill>
                <a:schemeClr val="dk1"/>
              </a:solidFill>
            </a:endParaRPr>
          </a:p>
          <a:p>
            <a:endParaRPr lang="en-US"/>
          </a:p>
        </p:txBody>
      </p:sp>
      <p:sp>
        <p:nvSpPr>
          <p:cNvPr id="4" name="Fußzeilenplatzhalter 3">
            <a:extLst>
              <a:ext uri="{FF2B5EF4-FFF2-40B4-BE49-F238E27FC236}">
                <a16:creationId xmlns:a16="http://schemas.microsoft.com/office/drawing/2014/main" id="{DDE5EB0D-D079-CC01-73B6-AB7245147289}"/>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latin typeface="Arial"/>
                <a:cs typeface="Arial"/>
              </a:rPr>
              <a:t>RetroBattle| Team 4 | 06/26</a:t>
            </a:r>
          </a:p>
          <a:p>
            <a:endParaRPr lang="en-GB" sz="1400"/>
          </a:p>
        </p:txBody>
      </p:sp>
      <p:sp>
        <p:nvSpPr>
          <p:cNvPr id="5" name="Foliennummernplatzhalter 4">
            <a:extLst>
              <a:ext uri="{FF2B5EF4-FFF2-40B4-BE49-F238E27FC236}">
                <a16:creationId xmlns:a16="http://schemas.microsoft.com/office/drawing/2014/main" id="{CA7E4254-3581-D2D7-61C9-BD93A39E4E0E}"/>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9</a:t>
            </a:fld>
            <a:endParaRPr lang="en-GB"/>
          </a:p>
        </p:txBody>
      </p:sp>
      <p:sp>
        <p:nvSpPr>
          <p:cNvPr id="2" name="TextBox 1">
            <a:extLst>
              <a:ext uri="{FF2B5EF4-FFF2-40B4-BE49-F238E27FC236}">
                <a16:creationId xmlns:a16="http://schemas.microsoft.com/office/drawing/2014/main" id="{7EC523B2-1860-FBC5-8F94-DA30213CFD37}"/>
              </a:ext>
            </a:extLst>
          </p:cNvPr>
          <p:cNvSpPr txBox="1"/>
          <p:nvPr/>
        </p:nvSpPr>
        <p:spPr>
          <a:xfrm>
            <a:off x="791030" y="722086"/>
            <a:ext cx="10268856"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AT">
                <a:solidFill>
                  <a:schemeClr val="dk1"/>
                </a:solidFill>
                <a:latin typeface="Arial"/>
                <a:ea typeface="Arial"/>
                <a:cs typeface="Arial"/>
              </a:rPr>
              <a:t>Loreen erwacht in einem dunklen Raum voller Feinde und muss ihren Weg nach draußen finden. Es gibt Durchgänge zu anderen Räumen, die erkundet werden können. Vorsicht ist dabei essenziell</a:t>
            </a:r>
            <a:r>
              <a:rPr lang="de-AT" i="0" u="none" strike="noStrike" baseline="0">
                <a:solidFill>
                  <a:schemeClr val="dk1"/>
                </a:solidFill>
                <a:latin typeface="Arial"/>
                <a:ea typeface="Arial"/>
                <a:cs typeface="Arial"/>
              </a:rPr>
              <a:t>, </a:t>
            </a:r>
            <a:r>
              <a:rPr lang="de-AT">
                <a:solidFill>
                  <a:schemeClr val="dk1"/>
                </a:solidFill>
                <a:latin typeface="Arial"/>
                <a:ea typeface="Arial"/>
                <a:cs typeface="Arial"/>
              </a:rPr>
              <a:t>und man muss stets abwägen, ob man kämpfen oder flüchten sollte.</a:t>
            </a:r>
            <a:br>
              <a:rPr lang="de-AT">
                <a:latin typeface="Arial"/>
                <a:ea typeface="Arial"/>
                <a:cs typeface="Arial"/>
              </a:rPr>
            </a:br>
            <a:br>
              <a:rPr lang="de-AT">
                <a:latin typeface="Aptos"/>
                <a:cs typeface="Arial"/>
              </a:rPr>
            </a:br>
            <a:endParaRPr lang="en-US">
              <a:solidFill>
                <a:schemeClr val="dk1"/>
              </a:solidFill>
              <a:latin typeface="Arial"/>
              <a:cs typeface="Arial"/>
            </a:endParaRPr>
          </a:p>
          <a:p>
            <a:endParaRPr/>
          </a:p>
          <a:p>
            <a:pPr algn="ctr"/>
            <a:endParaRPr lang="en-US"/>
          </a:p>
        </p:txBody>
      </p:sp>
      <p:pic>
        <p:nvPicPr>
          <p:cNvPr id="8" name="Picture 7">
            <a:extLst>
              <a:ext uri="{FF2B5EF4-FFF2-40B4-BE49-F238E27FC236}">
                <a16:creationId xmlns:a16="http://schemas.microsoft.com/office/drawing/2014/main" id="{517DD331-29F0-5572-26AC-FE45EE74B2B0}"/>
              </a:ext>
            </a:extLst>
          </p:cNvPr>
          <p:cNvPicPr>
            <a:picLocks noChangeAspect="1"/>
          </p:cNvPicPr>
          <p:nvPr/>
        </p:nvPicPr>
        <p:blipFill>
          <a:blip r:embed="rId2"/>
          <a:srcRect r="-89" b="-155"/>
          <a:stretch>
            <a:fillRect/>
          </a:stretch>
        </p:blipFill>
        <p:spPr>
          <a:xfrm>
            <a:off x="1296308" y="1714954"/>
            <a:ext cx="9265567" cy="4487651"/>
          </a:xfrm>
          <a:prstGeom prst="rect">
            <a:avLst/>
          </a:prstGeom>
        </p:spPr>
      </p:pic>
    </p:spTree>
    <p:extLst>
      <p:ext uri="{BB962C8B-B14F-4D97-AF65-F5344CB8AC3E}">
        <p14:creationId xmlns:p14="http://schemas.microsoft.com/office/powerpoint/2010/main" val="22178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9B13D-53E9-3DC1-62A0-877E15A1FA8F}"/>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B846A76D-13EE-0A7D-326D-C19A2B95BC55}"/>
              </a:ext>
            </a:extLst>
          </p:cNvPr>
          <p:cNvSpPr>
            <a:spLocks noGrp="1"/>
          </p:cNvSpPr>
          <p:nvPr>
            <p:ph type="title"/>
          </p:nvPr>
        </p:nvSpPr>
        <p:spPr/>
        <p:txBody>
          <a:bodyPr>
            <a:normAutofit fontScale="90000"/>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de-DE" sz="4000" b="1">
                <a:solidFill>
                  <a:schemeClr val="dk1"/>
                </a:solidFill>
                <a:latin typeface="Arial"/>
                <a:cs typeface="Arial"/>
              </a:rPr>
              <a:t>Kampffenster</a:t>
            </a:r>
            <a:endParaRPr lang="en-US" b="1">
              <a:solidFill>
                <a:schemeClr val="dk1"/>
              </a:solidFill>
              <a:latin typeface="Arial"/>
            </a:endParaRPr>
          </a:p>
        </p:txBody>
      </p:sp>
      <p:sp>
        <p:nvSpPr>
          <p:cNvPr id="7" name="Textplatzhalter 6">
            <a:extLst>
              <a:ext uri="{FF2B5EF4-FFF2-40B4-BE49-F238E27FC236}">
                <a16:creationId xmlns:a16="http://schemas.microsoft.com/office/drawing/2014/main" id="{E51B0B3B-5457-795C-6786-04AF7E4C16C0}"/>
              </a:ext>
            </a:extLst>
          </p:cNvPr>
          <p:cNvSpPr>
            <a:spLocks noGrp="1"/>
          </p:cNvSpPr>
          <p:nvPr>
            <p:ph type="body" sz="quarter" idx="14"/>
          </p:nvPr>
        </p:nvSpPr>
        <p:spPr/>
        <p:txBody>
          <a:bodyPr lIns="0" tIns="0" rIns="0" bIns="0" anchor="ct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200" indent="-457200">
              <a:lnSpc>
                <a:spcPct val="100000"/>
              </a:lnSpc>
              <a:spcBef>
                <a:spcPts val="0"/>
              </a:spcBef>
              <a:buFont typeface="Arial,Sans-Serif" panose="020B0604020202020204" pitchFamily="34" charset="0"/>
            </a:pPr>
            <a:endParaRPr lang="de-AT" sz="2800">
              <a:solidFill>
                <a:schemeClr val="dk1"/>
              </a:solidFill>
            </a:endParaRPr>
          </a:p>
          <a:p>
            <a:endParaRPr lang="en-US"/>
          </a:p>
        </p:txBody>
      </p:sp>
      <p:sp>
        <p:nvSpPr>
          <p:cNvPr id="4" name="Fußzeilenplatzhalter 3">
            <a:extLst>
              <a:ext uri="{FF2B5EF4-FFF2-40B4-BE49-F238E27FC236}">
                <a16:creationId xmlns:a16="http://schemas.microsoft.com/office/drawing/2014/main" id="{4F6B0946-D5BF-A2EE-09AE-7C91AE5F1399}"/>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latin typeface="Arial"/>
                <a:cs typeface="Arial"/>
              </a:rPr>
              <a:t>RetroBattle| Team 4 | 06/26</a:t>
            </a:r>
          </a:p>
          <a:p>
            <a:endParaRPr lang="en-GB" sz="1400"/>
          </a:p>
        </p:txBody>
      </p:sp>
      <p:sp>
        <p:nvSpPr>
          <p:cNvPr id="5" name="Foliennummernplatzhalter 4">
            <a:extLst>
              <a:ext uri="{FF2B5EF4-FFF2-40B4-BE49-F238E27FC236}">
                <a16:creationId xmlns:a16="http://schemas.microsoft.com/office/drawing/2014/main" id="{8E9718A3-29B0-E34B-32D1-9A395C59006B}"/>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10</a:t>
            </a:fld>
            <a:endParaRPr lang="en-GB"/>
          </a:p>
        </p:txBody>
      </p:sp>
      <p:sp>
        <p:nvSpPr>
          <p:cNvPr id="2" name="TextBox 1">
            <a:extLst>
              <a:ext uri="{FF2B5EF4-FFF2-40B4-BE49-F238E27FC236}">
                <a16:creationId xmlns:a16="http://schemas.microsoft.com/office/drawing/2014/main" id="{EABFD2FE-BFFE-0DB2-3FD6-7AD9D5E709E9}"/>
              </a:ext>
            </a:extLst>
          </p:cNvPr>
          <p:cNvSpPr txBox="1"/>
          <p:nvPr/>
        </p:nvSpPr>
        <p:spPr>
          <a:xfrm>
            <a:off x="791030" y="722086"/>
            <a:ext cx="1026885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DE">
                <a:solidFill>
                  <a:schemeClr val="dk1"/>
                </a:solidFill>
                <a:latin typeface="Arial"/>
                <a:ea typeface="Arial"/>
                <a:cs typeface="Arial"/>
              </a:rPr>
              <a:t>Wenn die Heldin mit einem oder mehreren Feinden kollidiert, öffnet sich ein Fenster, in dem der Kampf ausgetragen wird. Der Spieler wählt seinen Angriff oder Buff mit den Tasten w oder s. Mit der Leertaste führt er seinen Zug </a:t>
            </a:r>
            <a:r>
              <a:rPr lang="de-DE" err="1">
                <a:solidFill>
                  <a:schemeClr val="dk1"/>
                </a:solidFill>
                <a:latin typeface="Arial"/>
                <a:ea typeface="Arial"/>
                <a:cs typeface="Arial"/>
              </a:rPr>
              <a:t>aus.Gibt</a:t>
            </a:r>
            <a:r>
              <a:rPr lang="de-DE">
                <a:solidFill>
                  <a:schemeClr val="dk1"/>
                </a:solidFill>
                <a:latin typeface="Arial"/>
                <a:ea typeface="Arial"/>
                <a:cs typeface="Arial"/>
              </a:rPr>
              <a:t> es mehr als einen Feind, muss der Spieler zusätzlich auswählen, gegen welchen Gegner der Zug gerichtet sein soll.</a:t>
            </a:r>
            <a:endParaRPr lang="en-US">
              <a:solidFill>
                <a:schemeClr val="dk1"/>
              </a:solidFill>
            </a:endParaRPr>
          </a:p>
        </p:txBody>
      </p:sp>
      <p:pic>
        <p:nvPicPr>
          <p:cNvPr id="3" name="Picture 2">
            <a:extLst>
              <a:ext uri="{FF2B5EF4-FFF2-40B4-BE49-F238E27FC236}">
                <a16:creationId xmlns:a16="http://schemas.microsoft.com/office/drawing/2014/main" id="{E7E7D666-1996-A0B7-76A3-98D754B7C00A}"/>
              </a:ext>
            </a:extLst>
          </p:cNvPr>
          <p:cNvPicPr>
            <a:picLocks noChangeAspect="1"/>
          </p:cNvPicPr>
          <p:nvPr/>
        </p:nvPicPr>
        <p:blipFill>
          <a:blip r:embed="rId2"/>
          <a:srcRect r="-82" b="-166"/>
          <a:stretch>
            <a:fillRect/>
          </a:stretch>
        </p:blipFill>
        <p:spPr>
          <a:xfrm>
            <a:off x="1502229" y="1922916"/>
            <a:ext cx="8846463" cy="4238637"/>
          </a:xfrm>
          <a:prstGeom prst="rect">
            <a:avLst/>
          </a:prstGeom>
        </p:spPr>
      </p:pic>
    </p:spTree>
    <p:extLst>
      <p:ext uri="{BB962C8B-B14F-4D97-AF65-F5344CB8AC3E}">
        <p14:creationId xmlns:p14="http://schemas.microsoft.com/office/powerpoint/2010/main" val="2675313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6B884-E83B-861B-F370-88B469411146}"/>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FE616E41-A375-34B0-3E7C-4988163EDC8C}"/>
              </a:ext>
            </a:extLst>
          </p:cNvPr>
          <p:cNvSpPr>
            <a:spLocks noGrp="1"/>
          </p:cNvSpPr>
          <p:nvPr>
            <p:ph type="title"/>
          </p:nvPr>
        </p:nvSpPr>
        <p:spPr/>
        <p:txBody>
          <a:bodyP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de-DE" sz="3600" b="1">
                <a:solidFill>
                  <a:schemeClr val="dk1"/>
                </a:solidFill>
                <a:latin typeface="Arial"/>
                <a:cs typeface="Arial"/>
              </a:rPr>
              <a:t>Interagieren mit </a:t>
            </a:r>
            <a:r>
              <a:rPr lang="de-DE" sz="3600" b="1" err="1">
                <a:solidFill>
                  <a:schemeClr val="dk1"/>
                </a:solidFill>
                <a:latin typeface="Arial"/>
                <a:cs typeface="Arial"/>
              </a:rPr>
              <a:t>Relics</a:t>
            </a:r>
            <a:endParaRPr lang="en-US" sz="3600" b="1" err="1">
              <a:solidFill>
                <a:schemeClr val="dk1"/>
              </a:solidFill>
              <a:latin typeface="Arial"/>
            </a:endParaRPr>
          </a:p>
        </p:txBody>
      </p:sp>
      <p:sp>
        <p:nvSpPr>
          <p:cNvPr id="7" name="Textplatzhalter 6">
            <a:extLst>
              <a:ext uri="{FF2B5EF4-FFF2-40B4-BE49-F238E27FC236}">
                <a16:creationId xmlns:a16="http://schemas.microsoft.com/office/drawing/2014/main" id="{48D80A79-C7C1-CE88-9C45-8113DC5FBB08}"/>
              </a:ext>
            </a:extLst>
          </p:cNvPr>
          <p:cNvSpPr>
            <a:spLocks noGrp="1"/>
          </p:cNvSpPr>
          <p:nvPr>
            <p:ph type="body" sz="quarter" idx="14"/>
          </p:nvPr>
        </p:nvSpPr>
        <p:spPr/>
        <p:txBody>
          <a:bodyPr lIns="0" tIns="0" rIns="0" bIns="0" anchor="ct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200" indent="-457200">
              <a:lnSpc>
                <a:spcPct val="100000"/>
              </a:lnSpc>
              <a:spcBef>
                <a:spcPts val="0"/>
              </a:spcBef>
              <a:buFont typeface="Arial,Sans-Serif" panose="020B0604020202020204" pitchFamily="34" charset="0"/>
            </a:pPr>
            <a:endParaRPr lang="de-AT" sz="2800">
              <a:solidFill>
                <a:schemeClr val="dk1"/>
              </a:solidFill>
            </a:endParaRPr>
          </a:p>
          <a:p>
            <a:endParaRPr lang="en-US"/>
          </a:p>
        </p:txBody>
      </p:sp>
      <p:sp>
        <p:nvSpPr>
          <p:cNvPr id="4" name="Fußzeilenplatzhalter 3">
            <a:extLst>
              <a:ext uri="{FF2B5EF4-FFF2-40B4-BE49-F238E27FC236}">
                <a16:creationId xmlns:a16="http://schemas.microsoft.com/office/drawing/2014/main" id="{D4F7CE22-8DA2-BE2D-6656-BB0F631FF5BB}"/>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latin typeface="Arial"/>
                <a:cs typeface="Arial"/>
              </a:rPr>
              <a:t>RetroBattle| Team 4 | 06/26</a:t>
            </a:r>
          </a:p>
          <a:p>
            <a:endParaRPr lang="en-GB" sz="1400"/>
          </a:p>
        </p:txBody>
      </p:sp>
      <p:sp>
        <p:nvSpPr>
          <p:cNvPr id="5" name="Foliennummernplatzhalter 4">
            <a:extLst>
              <a:ext uri="{FF2B5EF4-FFF2-40B4-BE49-F238E27FC236}">
                <a16:creationId xmlns:a16="http://schemas.microsoft.com/office/drawing/2014/main" id="{B84B098A-41E9-F811-5228-0AD7E08C9530}"/>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11</a:t>
            </a:fld>
            <a:endParaRPr lang="en-GB"/>
          </a:p>
        </p:txBody>
      </p:sp>
      <p:sp>
        <p:nvSpPr>
          <p:cNvPr id="2" name="TextBox 1">
            <a:extLst>
              <a:ext uri="{FF2B5EF4-FFF2-40B4-BE49-F238E27FC236}">
                <a16:creationId xmlns:a16="http://schemas.microsoft.com/office/drawing/2014/main" id="{3D090726-EC26-1434-B6EC-47167F677B24}"/>
              </a:ext>
            </a:extLst>
          </p:cNvPr>
          <p:cNvSpPr txBox="1"/>
          <p:nvPr/>
        </p:nvSpPr>
        <p:spPr>
          <a:xfrm>
            <a:off x="791030" y="722086"/>
            <a:ext cx="1026885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AT">
                <a:solidFill>
                  <a:schemeClr val="dk1"/>
                </a:solidFill>
                <a:latin typeface="Arial"/>
                <a:ea typeface="Arial"/>
                <a:cs typeface="Arial"/>
              </a:rPr>
              <a:t>Wenn der Spieler mit einem Relic kollidiert, erhält er je nach Art des </a:t>
            </a:r>
            <a:r>
              <a:rPr lang="de-AT" err="1">
                <a:solidFill>
                  <a:schemeClr val="dk1"/>
                </a:solidFill>
                <a:latin typeface="Arial"/>
                <a:ea typeface="Arial"/>
                <a:cs typeface="Arial"/>
              </a:rPr>
              <a:t>Relics</a:t>
            </a:r>
            <a:r>
              <a:rPr lang="de-AT">
                <a:solidFill>
                  <a:schemeClr val="dk1"/>
                </a:solidFill>
                <a:latin typeface="Arial"/>
                <a:ea typeface="Arial"/>
                <a:cs typeface="Arial"/>
              </a:rPr>
              <a:t> eine Erhöhung eines Attributes. Dafür wird eine kurze Meldung in der Mitte des Bildschirms angezeigt und das entsprechende Attribut erhöht. Die Attribute des Spielers sind unten links sichtbar.</a:t>
            </a:r>
            <a:endParaRPr lang="de-AT">
              <a:solidFill>
                <a:schemeClr val="dk1"/>
              </a:solidFill>
              <a:latin typeface="Arial"/>
            </a:endParaRPr>
          </a:p>
        </p:txBody>
      </p:sp>
      <p:pic>
        <p:nvPicPr>
          <p:cNvPr id="8" name="Picture 7">
            <a:extLst>
              <a:ext uri="{FF2B5EF4-FFF2-40B4-BE49-F238E27FC236}">
                <a16:creationId xmlns:a16="http://schemas.microsoft.com/office/drawing/2014/main" id="{8B877253-0E9C-9048-EBDD-8EB479F370F4}"/>
              </a:ext>
            </a:extLst>
          </p:cNvPr>
          <p:cNvPicPr>
            <a:picLocks noChangeAspect="1"/>
          </p:cNvPicPr>
          <p:nvPr/>
        </p:nvPicPr>
        <p:blipFill>
          <a:blip r:embed="rId2"/>
          <a:srcRect r="-88"/>
          <a:stretch>
            <a:fillRect/>
          </a:stretch>
        </p:blipFill>
        <p:spPr>
          <a:xfrm>
            <a:off x="1700894" y="1642383"/>
            <a:ext cx="8173365" cy="4647293"/>
          </a:xfrm>
          <a:prstGeom prst="rect">
            <a:avLst/>
          </a:prstGeom>
        </p:spPr>
      </p:pic>
    </p:spTree>
    <p:extLst>
      <p:ext uri="{BB962C8B-B14F-4D97-AF65-F5344CB8AC3E}">
        <p14:creationId xmlns:p14="http://schemas.microsoft.com/office/powerpoint/2010/main" val="41490964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F01B1-15A1-4D32-4042-CA951D50CFFC}"/>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A9FB1774-A278-B029-D779-ECFEA965716C}"/>
              </a:ext>
            </a:extLst>
          </p:cNvPr>
          <p:cNvSpPr>
            <a:spLocks noGrp="1"/>
          </p:cNvSpPr>
          <p:nvPr>
            <p:ph type="title"/>
          </p:nvPr>
        </p:nvSpPr>
        <p:spPr/>
        <p:txBody>
          <a:bodyPr>
            <a:normAutofit fontScale="90000"/>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de-DE" sz="4000" b="1">
                <a:solidFill>
                  <a:schemeClr val="dk1"/>
                </a:solidFill>
                <a:latin typeface="Arial"/>
                <a:cs typeface="Arial"/>
              </a:rPr>
              <a:t>Interagieren mit Gatekeeper</a:t>
            </a:r>
            <a:endParaRPr lang="en-US" b="1">
              <a:solidFill>
                <a:schemeClr val="dk1"/>
              </a:solidFill>
              <a:latin typeface="Arial"/>
            </a:endParaRPr>
          </a:p>
        </p:txBody>
      </p:sp>
      <p:sp>
        <p:nvSpPr>
          <p:cNvPr id="7" name="Textplatzhalter 6">
            <a:extLst>
              <a:ext uri="{FF2B5EF4-FFF2-40B4-BE49-F238E27FC236}">
                <a16:creationId xmlns:a16="http://schemas.microsoft.com/office/drawing/2014/main" id="{26F587E1-638C-4E06-65BC-66B8997BF5E9}"/>
              </a:ext>
            </a:extLst>
          </p:cNvPr>
          <p:cNvSpPr>
            <a:spLocks noGrp="1"/>
          </p:cNvSpPr>
          <p:nvPr>
            <p:ph type="body" sz="quarter" idx="14"/>
          </p:nvPr>
        </p:nvSpPr>
        <p:spPr/>
        <p:txBody>
          <a:bodyPr lIns="0" tIns="0" rIns="0" bIns="0" anchor="ct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200" indent="-457200">
              <a:lnSpc>
                <a:spcPct val="100000"/>
              </a:lnSpc>
              <a:spcBef>
                <a:spcPts val="0"/>
              </a:spcBef>
              <a:buFont typeface="Arial,Sans-Serif" panose="020B0604020202020204" pitchFamily="34" charset="0"/>
            </a:pPr>
            <a:endParaRPr lang="de-AT" sz="2800">
              <a:solidFill>
                <a:schemeClr val="dk1"/>
              </a:solidFill>
            </a:endParaRPr>
          </a:p>
          <a:p>
            <a:endParaRPr lang="en-US"/>
          </a:p>
        </p:txBody>
      </p:sp>
      <p:sp>
        <p:nvSpPr>
          <p:cNvPr id="4" name="Fußzeilenplatzhalter 3">
            <a:extLst>
              <a:ext uri="{FF2B5EF4-FFF2-40B4-BE49-F238E27FC236}">
                <a16:creationId xmlns:a16="http://schemas.microsoft.com/office/drawing/2014/main" id="{90FF8F77-8B83-ACA0-D3E9-6306C5922AEB}"/>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latin typeface="Arial"/>
                <a:cs typeface="Arial"/>
              </a:rPr>
              <a:t>RetroBattle| Team 4 | 06/26</a:t>
            </a:r>
          </a:p>
          <a:p>
            <a:endParaRPr lang="en-GB" sz="1400"/>
          </a:p>
        </p:txBody>
      </p:sp>
      <p:sp>
        <p:nvSpPr>
          <p:cNvPr id="5" name="Foliennummernplatzhalter 4">
            <a:extLst>
              <a:ext uri="{FF2B5EF4-FFF2-40B4-BE49-F238E27FC236}">
                <a16:creationId xmlns:a16="http://schemas.microsoft.com/office/drawing/2014/main" id="{A1A037A2-AB21-0A35-91F2-4D227FAA87BE}"/>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12</a:t>
            </a:fld>
            <a:endParaRPr lang="en-GB"/>
          </a:p>
        </p:txBody>
      </p:sp>
      <p:sp>
        <p:nvSpPr>
          <p:cNvPr id="2" name="TextBox 1">
            <a:extLst>
              <a:ext uri="{FF2B5EF4-FFF2-40B4-BE49-F238E27FC236}">
                <a16:creationId xmlns:a16="http://schemas.microsoft.com/office/drawing/2014/main" id="{1EA69DB1-C6CB-2AC3-CA35-FEDBBB592BF3}"/>
              </a:ext>
            </a:extLst>
          </p:cNvPr>
          <p:cNvSpPr txBox="1"/>
          <p:nvPr/>
        </p:nvSpPr>
        <p:spPr>
          <a:xfrm>
            <a:off x="791030" y="722086"/>
            <a:ext cx="1026885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AT">
                <a:solidFill>
                  <a:schemeClr val="dk1"/>
                </a:solidFill>
                <a:latin typeface="Arial"/>
                <a:ea typeface="Arial"/>
                <a:cs typeface="Arial"/>
              </a:rPr>
              <a:t>Als Erstes soll der Spieler den Gatekeeper finden, um mit ihm zu interagieren. Wenn der Spieler mit weniger </a:t>
            </a:r>
            <a:r>
              <a:rPr lang="de-AT" err="1">
                <a:solidFill>
                  <a:schemeClr val="dk1"/>
                </a:solidFill>
                <a:latin typeface="Arial"/>
                <a:ea typeface="Arial"/>
                <a:cs typeface="Arial"/>
              </a:rPr>
              <a:t>Relics</a:t>
            </a:r>
            <a:r>
              <a:rPr lang="de-AT">
                <a:solidFill>
                  <a:schemeClr val="dk1"/>
                </a:solidFill>
                <a:latin typeface="Arial"/>
                <a:ea typeface="Arial"/>
                <a:cs typeface="Arial"/>
              </a:rPr>
              <a:t> zu ihm geht, als der Gatekeeper verlangt, erscheint eine kurze Meldung in der Mitte des Bildschirms, die die Anzahl der benötigten </a:t>
            </a:r>
            <a:r>
              <a:rPr lang="de-AT" err="1">
                <a:solidFill>
                  <a:schemeClr val="dk1"/>
                </a:solidFill>
                <a:latin typeface="Arial"/>
                <a:ea typeface="Arial"/>
                <a:cs typeface="Arial"/>
              </a:rPr>
              <a:t>Relics</a:t>
            </a:r>
            <a:r>
              <a:rPr lang="de-AT">
                <a:solidFill>
                  <a:schemeClr val="dk1"/>
                </a:solidFill>
                <a:latin typeface="Arial"/>
                <a:ea typeface="Arial"/>
                <a:cs typeface="Arial"/>
              </a:rPr>
              <a:t> nennt.</a:t>
            </a:r>
          </a:p>
          <a:p>
            <a:endParaRPr lang="de-AT">
              <a:solidFill>
                <a:schemeClr val="dk1"/>
              </a:solidFill>
              <a:latin typeface="Arial"/>
              <a:cs typeface="Arial"/>
            </a:endParaRPr>
          </a:p>
        </p:txBody>
      </p:sp>
      <p:pic>
        <p:nvPicPr>
          <p:cNvPr id="3" name="Picture 2">
            <a:extLst>
              <a:ext uri="{FF2B5EF4-FFF2-40B4-BE49-F238E27FC236}">
                <a16:creationId xmlns:a16="http://schemas.microsoft.com/office/drawing/2014/main" id="{B74902E4-C64B-C7F2-475B-DC6C85C37057}"/>
              </a:ext>
            </a:extLst>
          </p:cNvPr>
          <p:cNvPicPr>
            <a:picLocks noChangeAspect="1"/>
          </p:cNvPicPr>
          <p:nvPr/>
        </p:nvPicPr>
        <p:blipFill>
          <a:blip r:embed="rId2"/>
          <a:srcRect/>
          <a:stretch>
            <a:fillRect/>
          </a:stretch>
        </p:blipFill>
        <p:spPr>
          <a:xfrm>
            <a:off x="1620838" y="1703160"/>
            <a:ext cx="8239125" cy="4511222"/>
          </a:xfrm>
          <a:prstGeom prst="rect">
            <a:avLst/>
          </a:prstGeom>
        </p:spPr>
      </p:pic>
    </p:spTree>
    <p:extLst>
      <p:ext uri="{BB962C8B-B14F-4D97-AF65-F5344CB8AC3E}">
        <p14:creationId xmlns:p14="http://schemas.microsoft.com/office/powerpoint/2010/main" val="1651123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F2E70-9613-30D6-671C-E4CC86738F8E}"/>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D1040922-B84A-6F4F-C5A3-7BF6D15588BC}"/>
              </a:ext>
            </a:extLst>
          </p:cNvPr>
          <p:cNvSpPr>
            <a:spLocks noGrp="1"/>
          </p:cNvSpPr>
          <p:nvPr>
            <p:ph type="title"/>
          </p:nvPr>
        </p:nvSpPr>
        <p:spPr/>
        <p:txBody>
          <a:bodyPr>
            <a:normAutofit fontScale="90000"/>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de-DE" sz="4000" b="1">
                <a:solidFill>
                  <a:schemeClr val="dk1"/>
                </a:solidFill>
                <a:latin typeface="Arial"/>
                <a:cs typeface="Arial"/>
              </a:rPr>
              <a:t>Interagieren mit Gatekeeper</a:t>
            </a:r>
            <a:endParaRPr lang="en-US" b="1">
              <a:solidFill>
                <a:schemeClr val="dk1"/>
              </a:solidFill>
              <a:latin typeface="Arial"/>
            </a:endParaRPr>
          </a:p>
        </p:txBody>
      </p:sp>
      <p:sp>
        <p:nvSpPr>
          <p:cNvPr id="7" name="Textplatzhalter 6">
            <a:extLst>
              <a:ext uri="{FF2B5EF4-FFF2-40B4-BE49-F238E27FC236}">
                <a16:creationId xmlns:a16="http://schemas.microsoft.com/office/drawing/2014/main" id="{F6B28792-F8BB-5763-ACA4-E179E491822B}"/>
              </a:ext>
            </a:extLst>
          </p:cNvPr>
          <p:cNvSpPr>
            <a:spLocks noGrp="1"/>
          </p:cNvSpPr>
          <p:nvPr>
            <p:ph type="body" sz="quarter" idx="14"/>
          </p:nvPr>
        </p:nvSpPr>
        <p:spPr/>
        <p:txBody>
          <a:bodyPr lIns="0" tIns="0" rIns="0" bIns="0" anchor="ct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200" indent="-457200">
              <a:lnSpc>
                <a:spcPct val="100000"/>
              </a:lnSpc>
              <a:spcBef>
                <a:spcPts val="0"/>
              </a:spcBef>
              <a:buFont typeface="Arial,Sans-Serif" panose="020B0604020202020204" pitchFamily="34" charset="0"/>
            </a:pPr>
            <a:endParaRPr lang="de-AT" sz="2800">
              <a:solidFill>
                <a:schemeClr val="dk1"/>
              </a:solidFill>
            </a:endParaRPr>
          </a:p>
          <a:p>
            <a:endParaRPr lang="en-US"/>
          </a:p>
        </p:txBody>
      </p:sp>
      <p:sp>
        <p:nvSpPr>
          <p:cNvPr id="4" name="Fußzeilenplatzhalter 3">
            <a:extLst>
              <a:ext uri="{FF2B5EF4-FFF2-40B4-BE49-F238E27FC236}">
                <a16:creationId xmlns:a16="http://schemas.microsoft.com/office/drawing/2014/main" id="{ED89B3E3-A9EB-F544-5F2F-0896CDAD0629}"/>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latin typeface="Arial"/>
                <a:cs typeface="Arial"/>
              </a:rPr>
              <a:t>RetroBattle| Team 4 | 06/26</a:t>
            </a:r>
          </a:p>
          <a:p>
            <a:endParaRPr lang="en-GB" sz="1400"/>
          </a:p>
        </p:txBody>
      </p:sp>
      <p:sp>
        <p:nvSpPr>
          <p:cNvPr id="5" name="Foliennummernplatzhalter 4">
            <a:extLst>
              <a:ext uri="{FF2B5EF4-FFF2-40B4-BE49-F238E27FC236}">
                <a16:creationId xmlns:a16="http://schemas.microsoft.com/office/drawing/2014/main" id="{DC9004EF-CF1C-6184-C76D-56960C1914BF}"/>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13</a:t>
            </a:fld>
            <a:endParaRPr lang="en-GB"/>
          </a:p>
        </p:txBody>
      </p:sp>
      <p:sp>
        <p:nvSpPr>
          <p:cNvPr id="2" name="TextBox 1">
            <a:extLst>
              <a:ext uri="{FF2B5EF4-FFF2-40B4-BE49-F238E27FC236}">
                <a16:creationId xmlns:a16="http://schemas.microsoft.com/office/drawing/2014/main" id="{4C16BCF2-A333-9D24-1186-F6CE2426AEE9}"/>
              </a:ext>
            </a:extLst>
          </p:cNvPr>
          <p:cNvSpPr txBox="1"/>
          <p:nvPr/>
        </p:nvSpPr>
        <p:spPr>
          <a:xfrm>
            <a:off x="791030" y="722086"/>
            <a:ext cx="10268856"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DE">
                <a:solidFill>
                  <a:schemeClr val="dk1"/>
                </a:solidFill>
                <a:latin typeface="Arial"/>
                <a:ea typeface="Arial"/>
                <a:cs typeface="Arial"/>
              </a:rPr>
              <a:t>Wenn der Spieler die richtige Anzahl an </a:t>
            </a:r>
            <a:r>
              <a:rPr lang="de-DE" err="1">
                <a:solidFill>
                  <a:schemeClr val="dk1"/>
                </a:solidFill>
                <a:latin typeface="Arial"/>
                <a:ea typeface="Arial"/>
                <a:cs typeface="Arial"/>
              </a:rPr>
              <a:t>Relics</a:t>
            </a:r>
            <a:r>
              <a:rPr lang="de-DE">
                <a:solidFill>
                  <a:schemeClr val="dk1"/>
                </a:solidFill>
                <a:latin typeface="Arial"/>
                <a:ea typeface="Arial"/>
                <a:cs typeface="Arial"/>
              </a:rPr>
              <a:t> oder mehr zum Gatekeeper bringt, gewinnt er das Spiel und wird gefragt, ob er erneut spielen möchte. Drückt der Spieler y, erscheint ein Countdown in der Mitte des Bildschirms, der von 3 abwärts zählt. Sobald die Null erreicht ist, beginnt das Spiel wieder von vorne.</a:t>
            </a:r>
            <a:endParaRPr lang="de-DE">
              <a:solidFill>
                <a:schemeClr val="dk1"/>
              </a:solidFill>
              <a:latin typeface="Arial"/>
              <a:cs typeface="Arial"/>
            </a:endParaRPr>
          </a:p>
          <a:p>
            <a:endParaRPr lang="de-DE">
              <a:solidFill>
                <a:schemeClr val="dk1"/>
              </a:solidFill>
              <a:latin typeface="Arial"/>
              <a:cs typeface="Arial"/>
            </a:endParaRPr>
          </a:p>
          <a:p>
            <a:endParaRPr lang="de-AT">
              <a:solidFill>
                <a:schemeClr val="dk1"/>
              </a:solidFill>
              <a:latin typeface="Arial"/>
              <a:cs typeface="Arial"/>
            </a:endParaRPr>
          </a:p>
        </p:txBody>
      </p:sp>
      <p:pic>
        <p:nvPicPr>
          <p:cNvPr id="8" name="Picture 7">
            <a:extLst>
              <a:ext uri="{FF2B5EF4-FFF2-40B4-BE49-F238E27FC236}">
                <a16:creationId xmlns:a16="http://schemas.microsoft.com/office/drawing/2014/main" id="{40815B0C-F7AB-6B93-974F-32B57BB393D4}"/>
              </a:ext>
            </a:extLst>
          </p:cNvPr>
          <p:cNvPicPr>
            <a:picLocks noChangeAspect="1"/>
          </p:cNvPicPr>
          <p:nvPr/>
        </p:nvPicPr>
        <p:blipFill>
          <a:blip r:embed="rId2"/>
          <a:srcRect r="-88"/>
          <a:stretch>
            <a:fillRect/>
          </a:stretch>
        </p:blipFill>
        <p:spPr>
          <a:xfrm>
            <a:off x="1688420" y="1920648"/>
            <a:ext cx="8227343" cy="4293961"/>
          </a:xfrm>
          <a:prstGeom prst="rect">
            <a:avLst/>
          </a:prstGeom>
        </p:spPr>
      </p:pic>
    </p:spTree>
    <p:extLst>
      <p:ext uri="{BB962C8B-B14F-4D97-AF65-F5344CB8AC3E}">
        <p14:creationId xmlns:p14="http://schemas.microsoft.com/office/powerpoint/2010/main" val="692011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58014-E749-07AC-18B6-9A06D28850E8}"/>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3BAEB64F-6D6B-D8C0-31E6-89873D2E3C12}"/>
              </a:ext>
            </a:extLst>
          </p:cNvPr>
          <p:cNvSpPr>
            <a:spLocks noGrp="1"/>
          </p:cNvSpPr>
          <p:nvPr>
            <p:ph type="title"/>
          </p:nvPr>
        </p:nvSpPr>
        <p:spPr/>
        <p:txBody>
          <a:bodyPr>
            <a:normAutofit fontScale="90000"/>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de-DE" sz="4000" b="1">
                <a:solidFill>
                  <a:schemeClr val="dk1"/>
                </a:solidFill>
                <a:latin typeface="Arial"/>
                <a:cs typeface="Arial"/>
              </a:rPr>
              <a:t>Interagieren mit Gatekeeper</a:t>
            </a:r>
            <a:endParaRPr lang="en-US" b="1">
              <a:solidFill>
                <a:schemeClr val="dk1"/>
              </a:solidFill>
              <a:latin typeface="Arial"/>
            </a:endParaRPr>
          </a:p>
        </p:txBody>
      </p:sp>
      <p:sp>
        <p:nvSpPr>
          <p:cNvPr id="7" name="Textplatzhalter 6">
            <a:extLst>
              <a:ext uri="{FF2B5EF4-FFF2-40B4-BE49-F238E27FC236}">
                <a16:creationId xmlns:a16="http://schemas.microsoft.com/office/drawing/2014/main" id="{98B84595-B3D4-8B2A-DA90-0D57E16B68B8}"/>
              </a:ext>
            </a:extLst>
          </p:cNvPr>
          <p:cNvSpPr>
            <a:spLocks noGrp="1"/>
          </p:cNvSpPr>
          <p:nvPr>
            <p:ph type="body" sz="quarter" idx="14"/>
          </p:nvPr>
        </p:nvSpPr>
        <p:spPr/>
        <p:txBody>
          <a:bodyPr lIns="0" tIns="0" rIns="0" bIns="0" anchor="ct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200" indent="-457200">
              <a:lnSpc>
                <a:spcPct val="100000"/>
              </a:lnSpc>
              <a:spcBef>
                <a:spcPts val="0"/>
              </a:spcBef>
              <a:buFont typeface="Arial,Sans-Serif" panose="020B0604020202020204" pitchFamily="34" charset="0"/>
            </a:pPr>
            <a:endParaRPr lang="de-AT" sz="2800">
              <a:solidFill>
                <a:schemeClr val="dk1"/>
              </a:solidFill>
            </a:endParaRPr>
          </a:p>
          <a:p>
            <a:endParaRPr lang="en-US"/>
          </a:p>
        </p:txBody>
      </p:sp>
      <p:sp>
        <p:nvSpPr>
          <p:cNvPr id="4" name="Fußzeilenplatzhalter 3">
            <a:extLst>
              <a:ext uri="{FF2B5EF4-FFF2-40B4-BE49-F238E27FC236}">
                <a16:creationId xmlns:a16="http://schemas.microsoft.com/office/drawing/2014/main" id="{F874D6F3-E96F-FE5E-778D-CD0E29568585}"/>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latin typeface="Arial"/>
                <a:cs typeface="Arial"/>
              </a:rPr>
              <a:t>RetroBattle| Team 4 | 06/26</a:t>
            </a:r>
          </a:p>
          <a:p>
            <a:endParaRPr lang="en-GB" sz="1400"/>
          </a:p>
        </p:txBody>
      </p:sp>
      <p:sp>
        <p:nvSpPr>
          <p:cNvPr id="5" name="Foliennummernplatzhalter 4">
            <a:extLst>
              <a:ext uri="{FF2B5EF4-FFF2-40B4-BE49-F238E27FC236}">
                <a16:creationId xmlns:a16="http://schemas.microsoft.com/office/drawing/2014/main" id="{6FAB818D-E0E8-9B48-6BD9-8D7F3359F798}"/>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14</a:t>
            </a:fld>
            <a:endParaRPr lang="en-GB"/>
          </a:p>
        </p:txBody>
      </p:sp>
      <p:sp>
        <p:nvSpPr>
          <p:cNvPr id="17" name="Untertitel 2">
            <a:extLst>
              <a:ext uri="{FF2B5EF4-FFF2-40B4-BE49-F238E27FC236}">
                <a16:creationId xmlns:a16="http://schemas.microsoft.com/office/drawing/2014/main" id="{49AC90FF-2F08-E062-D4EC-45E980493F96}"/>
              </a:ext>
            </a:extLst>
          </p:cNvPr>
          <p:cNvSpPr/>
          <p:nvPr/>
        </p:nvSpPr>
        <p:spPr>
          <a:xfrm>
            <a:off x="1523880" y="127080"/>
            <a:ext cx="9143640" cy="732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lnSpc>
                <a:spcPct val="90000"/>
              </a:lnSpc>
              <a:spcBef>
                <a:spcPts val="1001"/>
              </a:spcBef>
              <a:tabLst>
                <a:tab pos="0" algn="l"/>
              </a:tabLst>
            </a:pPr>
            <a:endParaRPr lang="de-DE" sz="4000" b="0" strike="noStrike" spc="-1">
              <a:solidFill>
                <a:schemeClr val="dk1"/>
              </a:solidFill>
              <a:latin typeface="Aptos"/>
            </a:endParaRPr>
          </a:p>
        </p:txBody>
      </p:sp>
      <p:pic>
        <p:nvPicPr>
          <p:cNvPr id="18" name="Grafik 12">
            <a:extLst>
              <a:ext uri="{FF2B5EF4-FFF2-40B4-BE49-F238E27FC236}">
                <a16:creationId xmlns:a16="http://schemas.microsoft.com/office/drawing/2014/main" id="{BA2A55C4-41F1-F2FD-933A-F0BA12B39966}"/>
              </a:ext>
            </a:extLst>
          </p:cNvPr>
          <p:cNvPicPr/>
          <p:nvPr/>
        </p:nvPicPr>
        <p:blipFill>
          <a:blip r:embed="rId2"/>
          <a:stretch/>
        </p:blipFill>
        <p:spPr>
          <a:xfrm>
            <a:off x="1062114" y="863194"/>
            <a:ext cx="4611600" cy="2650320"/>
          </a:xfrm>
          <a:prstGeom prst="rect">
            <a:avLst/>
          </a:prstGeom>
          <a:ln w="0">
            <a:noFill/>
          </a:ln>
        </p:spPr>
      </p:pic>
      <p:pic>
        <p:nvPicPr>
          <p:cNvPr id="19" name="Grafik 14">
            <a:extLst>
              <a:ext uri="{FF2B5EF4-FFF2-40B4-BE49-F238E27FC236}">
                <a16:creationId xmlns:a16="http://schemas.microsoft.com/office/drawing/2014/main" id="{4374AD41-8C81-8B9E-30AF-8B0FE05C2100}"/>
              </a:ext>
            </a:extLst>
          </p:cNvPr>
          <p:cNvPicPr/>
          <p:nvPr/>
        </p:nvPicPr>
        <p:blipFill>
          <a:blip r:embed="rId3"/>
          <a:stretch/>
        </p:blipFill>
        <p:spPr>
          <a:xfrm>
            <a:off x="5992200" y="864634"/>
            <a:ext cx="4616640" cy="2648520"/>
          </a:xfrm>
          <a:prstGeom prst="rect">
            <a:avLst/>
          </a:prstGeom>
          <a:ln w="0">
            <a:noFill/>
          </a:ln>
        </p:spPr>
      </p:pic>
      <p:pic>
        <p:nvPicPr>
          <p:cNvPr id="20" name="Grafik 16">
            <a:extLst>
              <a:ext uri="{FF2B5EF4-FFF2-40B4-BE49-F238E27FC236}">
                <a16:creationId xmlns:a16="http://schemas.microsoft.com/office/drawing/2014/main" id="{A1D78033-5EF9-878E-CF27-E1161395C362}"/>
              </a:ext>
            </a:extLst>
          </p:cNvPr>
          <p:cNvPicPr/>
          <p:nvPr/>
        </p:nvPicPr>
        <p:blipFill>
          <a:blip r:embed="rId4"/>
          <a:stretch/>
        </p:blipFill>
        <p:spPr>
          <a:xfrm>
            <a:off x="1059120" y="3565783"/>
            <a:ext cx="4600440" cy="2639520"/>
          </a:xfrm>
          <a:prstGeom prst="rect">
            <a:avLst/>
          </a:prstGeom>
          <a:ln w="0">
            <a:noFill/>
          </a:ln>
        </p:spPr>
      </p:pic>
      <p:pic>
        <p:nvPicPr>
          <p:cNvPr id="21" name="Grafik 18">
            <a:extLst>
              <a:ext uri="{FF2B5EF4-FFF2-40B4-BE49-F238E27FC236}">
                <a16:creationId xmlns:a16="http://schemas.microsoft.com/office/drawing/2014/main" id="{8D050398-FCEB-42AC-09E0-F3E313E1657A}"/>
              </a:ext>
            </a:extLst>
          </p:cNvPr>
          <p:cNvPicPr/>
          <p:nvPr/>
        </p:nvPicPr>
        <p:blipFill>
          <a:blip r:embed="rId5"/>
          <a:stretch/>
        </p:blipFill>
        <p:spPr>
          <a:xfrm>
            <a:off x="5992200" y="3565783"/>
            <a:ext cx="4620240" cy="2656080"/>
          </a:xfrm>
          <a:prstGeom prst="rect">
            <a:avLst/>
          </a:prstGeom>
          <a:ln w="0">
            <a:noFill/>
          </a:ln>
        </p:spPr>
      </p:pic>
    </p:spTree>
    <p:extLst>
      <p:ext uri="{BB962C8B-B14F-4D97-AF65-F5344CB8AC3E}">
        <p14:creationId xmlns:p14="http://schemas.microsoft.com/office/powerpoint/2010/main" val="39973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02F8F-6D38-8DCE-1CE8-2E306E773021}"/>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DF01E5CA-A457-4D0F-A170-DCB427092C12}"/>
              </a:ext>
            </a:extLst>
          </p:cNvPr>
          <p:cNvSpPr>
            <a:spLocks noGrp="1"/>
          </p:cNvSpPr>
          <p:nvPr>
            <p:ph type="title"/>
          </p:nvPr>
        </p:nvSpPr>
        <p:spPr/>
        <p:txBody>
          <a:bodyP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de-DE" sz="3600" b="1">
                <a:solidFill>
                  <a:schemeClr val="dk1"/>
                </a:solidFill>
                <a:latin typeface="Arial"/>
                <a:cs typeface="Arial"/>
              </a:rPr>
              <a:t>Allgemeine Informationen</a:t>
            </a:r>
            <a:endParaRPr lang="en-US" sz="3600" b="1">
              <a:solidFill>
                <a:schemeClr val="dk1"/>
              </a:solidFill>
              <a:latin typeface="Arial"/>
            </a:endParaRPr>
          </a:p>
        </p:txBody>
      </p:sp>
      <p:sp>
        <p:nvSpPr>
          <p:cNvPr id="7" name="Textplatzhalter 6">
            <a:extLst>
              <a:ext uri="{FF2B5EF4-FFF2-40B4-BE49-F238E27FC236}">
                <a16:creationId xmlns:a16="http://schemas.microsoft.com/office/drawing/2014/main" id="{FBAD2DA5-2567-65FA-3713-A73EF49C4670}"/>
              </a:ext>
            </a:extLst>
          </p:cNvPr>
          <p:cNvSpPr>
            <a:spLocks noGrp="1"/>
          </p:cNvSpPr>
          <p:nvPr>
            <p:ph type="body" sz="quarter" idx="14"/>
          </p:nvPr>
        </p:nvSpPr>
        <p:spPr/>
        <p:txBody>
          <a:bodyPr lIns="0" tIns="0" rIns="0" bIns="0" anchor="ct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200" indent="-457200">
              <a:lnSpc>
                <a:spcPct val="100000"/>
              </a:lnSpc>
              <a:spcBef>
                <a:spcPts val="0"/>
              </a:spcBef>
              <a:buFont typeface="Arial,Sans-Serif" panose="020B0604020202020204" pitchFamily="34" charset="0"/>
            </a:pPr>
            <a:endParaRPr lang="de-AT" sz="2800">
              <a:solidFill>
                <a:schemeClr val="dk1"/>
              </a:solidFill>
            </a:endParaRPr>
          </a:p>
          <a:p>
            <a:endParaRPr lang="en-US"/>
          </a:p>
        </p:txBody>
      </p:sp>
      <p:sp>
        <p:nvSpPr>
          <p:cNvPr id="4" name="Fußzeilenplatzhalter 3">
            <a:extLst>
              <a:ext uri="{FF2B5EF4-FFF2-40B4-BE49-F238E27FC236}">
                <a16:creationId xmlns:a16="http://schemas.microsoft.com/office/drawing/2014/main" id="{1145FBBF-BB56-DC44-7ED0-2689DC6AE635}"/>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latin typeface="Arial"/>
                <a:cs typeface="Arial"/>
              </a:rPr>
              <a:t>RetroBattle| Team 4 | 06/26</a:t>
            </a:r>
          </a:p>
          <a:p>
            <a:endParaRPr lang="en-GB" sz="1400"/>
          </a:p>
        </p:txBody>
      </p:sp>
      <p:sp>
        <p:nvSpPr>
          <p:cNvPr id="5" name="Foliennummernplatzhalter 4">
            <a:extLst>
              <a:ext uri="{FF2B5EF4-FFF2-40B4-BE49-F238E27FC236}">
                <a16:creationId xmlns:a16="http://schemas.microsoft.com/office/drawing/2014/main" id="{9391E18B-852C-BA5F-BAEF-FA79848611F5}"/>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15</a:t>
            </a:fld>
            <a:endParaRPr lang="en-GB"/>
          </a:p>
        </p:txBody>
      </p:sp>
      <p:sp>
        <p:nvSpPr>
          <p:cNvPr id="2" name="TextBox 1">
            <a:extLst>
              <a:ext uri="{FF2B5EF4-FFF2-40B4-BE49-F238E27FC236}">
                <a16:creationId xmlns:a16="http://schemas.microsoft.com/office/drawing/2014/main" id="{F6F473E1-1F2E-4EC4-4415-72E9D37879B5}"/>
              </a:ext>
            </a:extLst>
          </p:cNvPr>
          <p:cNvSpPr txBox="1"/>
          <p:nvPr/>
        </p:nvSpPr>
        <p:spPr>
          <a:xfrm>
            <a:off x="5842001" y="1208315"/>
            <a:ext cx="5754913" cy="4531572"/>
          </a:xfrm>
          <a:prstGeom prst="rect">
            <a:avLst/>
          </a:prstGeom>
          <a:noFill/>
          <a:ln w="57150">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Arial"/>
              <a:buChar char="•"/>
            </a:pPr>
            <a:r>
              <a:rPr lang="en-US" dirty="0" err="1">
                <a:solidFill>
                  <a:schemeClr val="dk1"/>
                </a:solidFill>
                <a:latin typeface="Arial"/>
                <a:ea typeface="Arial"/>
                <a:cs typeface="Arial"/>
              </a:rPr>
              <a:t>Ausführung</a:t>
            </a:r>
            <a:r>
              <a:rPr lang="en-US" dirty="0">
                <a:solidFill>
                  <a:schemeClr val="dk1"/>
                </a:solidFill>
                <a:latin typeface="Arial"/>
                <a:ea typeface="Arial"/>
                <a:cs typeface="Arial"/>
              </a:rPr>
              <a:t>:</a:t>
            </a:r>
            <a:endParaRPr lang="en-US" dirty="0">
              <a:solidFill>
                <a:schemeClr val="dk1"/>
              </a:solidFill>
            </a:endParaRPr>
          </a:p>
          <a:p>
            <a:pPr marL="0" lvl="1"/>
            <a:r>
              <a:rPr lang="en-US" dirty="0">
                <a:solidFill>
                  <a:schemeClr val="dk1"/>
                </a:solidFill>
                <a:latin typeface="Arial"/>
                <a:ea typeface="Arial"/>
                <a:cs typeface="Arial"/>
              </a:rPr>
              <a:t>  Start </a:t>
            </a:r>
            <a:r>
              <a:rPr lang="en-US" dirty="0" err="1">
                <a:solidFill>
                  <a:schemeClr val="dk1"/>
                </a:solidFill>
                <a:latin typeface="Arial"/>
                <a:ea typeface="Arial"/>
                <a:cs typeface="Arial"/>
              </a:rPr>
              <a:t>über</a:t>
            </a:r>
            <a:r>
              <a:rPr lang="en-US" dirty="0">
                <a:solidFill>
                  <a:schemeClr val="dk1"/>
                </a:solidFill>
                <a:latin typeface="Arial"/>
                <a:ea typeface="Arial"/>
                <a:cs typeface="Arial"/>
              </a:rPr>
              <a:t> die .exe </a:t>
            </a:r>
            <a:r>
              <a:rPr lang="en-US" dirty="0" err="1">
                <a:solidFill>
                  <a:schemeClr val="dk1"/>
                </a:solidFill>
                <a:latin typeface="Arial"/>
                <a:ea typeface="Arial"/>
                <a:cs typeface="Arial"/>
              </a:rPr>
              <a:t>im</a:t>
            </a:r>
            <a:r>
              <a:rPr lang="en-US" dirty="0">
                <a:solidFill>
                  <a:schemeClr val="dk1"/>
                </a:solidFill>
                <a:latin typeface="Arial"/>
                <a:ea typeface="Arial"/>
                <a:cs typeface="Arial"/>
              </a:rPr>
              <a:t> Terminal (CMD </a:t>
            </a:r>
            <a:r>
              <a:rPr lang="en-US" dirty="0" err="1">
                <a:solidFill>
                  <a:schemeClr val="dk1"/>
                </a:solidFill>
                <a:latin typeface="Arial"/>
                <a:ea typeface="Arial"/>
                <a:cs typeface="Arial"/>
              </a:rPr>
              <a:t>oder</a:t>
            </a:r>
            <a:r>
              <a:rPr lang="en-US" dirty="0">
                <a:solidFill>
                  <a:schemeClr val="dk1"/>
                </a:solidFill>
                <a:latin typeface="Arial"/>
                <a:ea typeface="Arial"/>
                <a:cs typeface="Arial"/>
              </a:rPr>
              <a:t>    </a:t>
            </a:r>
          </a:p>
          <a:p>
            <a:pPr marL="0" lvl="1"/>
            <a:r>
              <a:rPr lang="en-US" dirty="0">
                <a:solidFill>
                  <a:schemeClr val="dk1"/>
                </a:solidFill>
                <a:latin typeface="Arial"/>
                <a:ea typeface="Arial"/>
                <a:cs typeface="Arial"/>
              </a:rPr>
              <a:t>  PowerShell)</a:t>
            </a:r>
            <a:endParaRPr lang="en-US" dirty="0">
              <a:solidFill>
                <a:schemeClr val="dk1"/>
              </a:solidFill>
            </a:endParaRPr>
          </a:p>
          <a:p>
            <a:pPr marL="0" lvl="1"/>
            <a:endParaRPr lang="en-US" dirty="0">
              <a:solidFill>
                <a:schemeClr val="dk1"/>
              </a:solidFill>
              <a:latin typeface="Arial"/>
              <a:ea typeface="Arial"/>
              <a:cs typeface="Arial"/>
            </a:endParaRPr>
          </a:p>
          <a:p>
            <a:pPr marL="228600" lvl="1" indent="-228600">
              <a:buFont typeface="Arial"/>
              <a:buChar char="•"/>
            </a:pPr>
            <a:r>
              <a:rPr lang="en-US" dirty="0">
                <a:solidFill>
                  <a:schemeClr val="dk1"/>
                </a:solidFill>
                <a:latin typeface="Arial"/>
                <a:ea typeface="Arial"/>
                <a:cs typeface="Arial"/>
              </a:rPr>
              <a:t>Spiel </a:t>
            </a:r>
            <a:r>
              <a:rPr lang="en-US" dirty="0" err="1">
                <a:solidFill>
                  <a:schemeClr val="dk1"/>
                </a:solidFill>
                <a:latin typeface="Arial"/>
                <a:ea typeface="Arial"/>
                <a:cs typeface="Arial"/>
              </a:rPr>
              <a:t>initialisiert</a:t>
            </a:r>
            <a:r>
              <a:rPr lang="en-US" dirty="0">
                <a:solidFill>
                  <a:schemeClr val="dk1"/>
                </a:solidFill>
                <a:latin typeface="Arial"/>
                <a:ea typeface="Arial"/>
                <a:cs typeface="Arial"/>
              </a:rPr>
              <a:t> das Terminal und </a:t>
            </a:r>
            <a:r>
              <a:rPr lang="en-US" dirty="0" err="1">
                <a:solidFill>
                  <a:schemeClr val="dk1"/>
                </a:solidFill>
                <a:latin typeface="Arial"/>
                <a:ea typeface="Arial"/>
                <a:cs typeface="Arial"/>
              </a:rPr>
              <a:t>passt</a:t>
            </a:r>
            <a:r>
              <a:rPr lang="en-US" dirty="0">
                <a:solidFill>
                  <a:schemeClr val="dk1"/>
                </a:solidFill>
                <a:latin typeface="Arial"/>
                <a:ea typeface="Arial"/>
                <a:cs typeface="Arial"/>
              </a:rPr>
              <a:t> es </a:t>
            </a:r>
            <a:r>
              <a:rPr lang="en-US" dirty="0" err="1">
                <a:solidFill>
                  <a:schemeClr val="dk1"/>
                </a:solidFill>
                <a:latin typeface="Arial"/>
                <a:ea typeface="Arial"/>
                <a:cs typeface="Arial"/>
              </a:rPr>
              <a:t>automatisch</a:t>
            </a:r>
            <a:r>
              <a:rPr lang="en-US" dirty="0">
                <a:solidFill>
                  <a:schemeClr val="dk1"/>
                </a:solidFill>
                <a:latin typeface="Arial"/>
                <a:ea typeface="Arial"/>
                <a:cs typeface="Arial"/>
              </a:rPr>
              <a:t> an die </a:t>
            </a:r>
            <a:r>
              <a:rPr lang="en-US" dirty="0" err="1">
                <a:solidFill>
                  <a:schemeClr val="dk1"/>
                </a:solidFill>
                <a:latin typeface="Arial"/>
                <a:ea typeface="Arial"/>
                <a:cs typeface="Arial"/>
              </a:rPr>
              <a:t>Bildschirmgröße</a:t>
            </a:r>
            <a:r>
              <a:rPr lang="en-US" dirty="0">
                <a:solidFill>
                  <a:schemeClr val="dk1"/>
                </a:solidFill>
                <a:latin typeface="Arial"/>
                <a:ea typeface="Arial"/>
                <a:cs typeface="Arial"/>
              </a:rPr>
              <a:t> an</a:t>
            </a:r>
          </a:p>
          <a:p>
            <a:pPr marL="0" lvl="1"/>
            <a:endParaRPr lang="en-US" dirty="0">
              <a:solidFill>
                <a:schemeClr val="dk1"/>
              </a:solidFill>
              <a:latin typeface="Arial"/>
              <a:ea typeface="Arial"/>
              <a:cs typeface="Arial"/>
            </a:endParaRPr>
          </a:p>
          <a:p>
            <a:pPr marL="228600" indent="-228600">
              <a:buFont typeface="Arial"/>
              <a:buChar char="•"/>
            </a:pPr>
            <a:r>
              <a:rPr lang="en-US" dirty="0" err="1">
                <a:solidFill>
                  <a:schemeClr val="dk1"/>
                </a:solidFill>
                <a:latin typeface="Arial"/>
                <a:ea typeface="Arial"/>
                <a:cs typeface="Arial"/>
              </a:rPr>
              <a:t>Codebasis</a:t>
            </a:r>
            <a:r>
              <a:rPr lang="en-US" dirty="0">
                <a:solidFill>
                  <a:schemeClr val="dk1"/>
                </a:solidFill>
                <a:latin typeface="Arial"/>
                <a:ea typeface="Arial"/>
                <a:cs typeface="Arial"/>
              </a:rPr>
              <a:t>:</a:t>
            </a:r>
          </a:p>
          <a:p>
            <a:pPr marL="0" lvl="1"/>
            <a:r>
              <a:rPr lang="en-US" dirty="0">
                <a:solidFill>
                  <a:schemeClr val="dk1"/>
                </a:solidFill>
                <a:latin typeface="Arial"/>
                <a:ea typeface="Arial"/>
                <a:cs typeface="Arial"/>
              </a:rPr>
              <a:t>  </a:t>
            </a:r>
            <a:r>
              <a:rPr lang="en-US" dirty="0" err="1">
                <a:solidFill>
                  <a:schemeClr val="dk1"/>
                </a:solidFill>
                <a:latin typeface="Arial"/>
                <a:ea typeface="Arial"/>
                <a:cs typeface="Arial"/>
              </a:rPr>
              <a:t>Verwendet</a:t>
            </a:r>
            <a:r>
              <a:rPr lang="en-US" dirty="0">
                <a:solidFill>
                  <a:schemeClr val="dk1"/>
                </a:solidFill>
                <a:latin typeface="Arial"/>
                <a:ea typeface="Arial"/>
                <a:cs typeface="Arial"/>
              </a:rPr>
              <a:t> </a:t>
            </a:r>
            <a:r>
              <a:rPr lang="en-US" dirty="0" err="1">
                <a:solidFill>
                  <a:schemeClr val="dk1"/>
                </a:solidFill>
                <a:latin typeface="Arial"/>
                <a:ea typeface="Arial"/>
                <a:cs typeface="Arial"/>
              </a:rPr>
              <a:t>ausschließlich</a:t>
            </a:r>
            <a:r>
              <a:rPr lang="en-US" dirty="0">
                <a:solidFill>
                  <a:schemeClr val="dk1"/>
                </a:solidFill>
                <a:latin typeface="Arial"/>
                <a:ea typeface="Arial"/>
                <a:cs typeface="Arial"/>
              </a:rPr>
              <a:t> C++  &amp;   </a:t>
            </a:r>
          </a:p>
          <a:p>
            <a:pPr marL="0" lvl="1"/>
            <a:r>
              <a:rPr lang="en-US" dirty="0">
                <a:solidFill>
                  <a:schemeClr val="dk1"/>
                </a:solidFill>
                <a:latin typeface="Arial"/>
                <a:ea typeface="Arial"/>
                <a:cs typeface="Arial"/>
              </a:rPr>
              <a:t>  </a:t>
            </a:r>
            <a:r>
              <a:rPr lang="en-US" dirty="0" err="1">
                <a:solidFill>
                  <a:schemeClr val="dk1"/>
                </a:solidFill>
                <a:latin typeface="Arial"/>
                <a:ea typeface="Arial"/>
                <a:cs typeface="Arial"/>
              </a:rPr>
              <a:t>Standardbibliotheken</a:t>
            </a:r>
            <a:endParaRPr lang="en-US" dirty="0" err="1">
              <a:solidFill>
                <a:schemeClr val="dk1"/>
              </a:solidFill>
            </a:endParaRPr>
          </a:p>
          <a:p>
            <a:pPr marL="0" lvl="1"/>
            <a:endParaRPr lang="en-US" dirty="0">
              <a:solidFill>
                <a:schemeClr val="dk1"/>
              </a:solidFill>
              <a:latin typeface="Arial"/>
              <a:ea typeface="Arial"/>
              <a:cs typeface="Arial"/>
            </a:endParaRPr>
          </a:p>
          <a:p>
            <a:pPr marL="228600" indent="-228600">
              <a:buFont typeface="Arial"/>
              <a:buChar char="•"/>
            </a:pPr>
            <a:r>
              <a:rPr lang="en-US" dirty="0" err="1">
                <a:solidFill>
                  <a:schemeClr val="dk1"/>
                </a:solidFill>
                <a:latin typeface="Arial"/>
                <a:ea typeface="Arial"/>
                <a:cs typeface="Arial"/>
              </a:rPr>
              <a:t>Projektaufwand</a:t>
            </a:r>
            <a:r>
              <a:rPr lang="en-US" dirty="0">
                <a:solidFill>
                  <a:schemeClr val="dk1"/>
                </a:solidFill>
                <a:latin typeface="Arial"/>
                <a:ea typeface="Arial"/>
                <a:cs typeface="Arial"/>
              </a:rPr>
              <a:t>:</a:t>
            </a:r>
          </a:p>
          <a:p>
            <a:pPr marL="0" lvl="1"/>
            <a:r>
              <a:rPr lang="en-US" dirty="0">
                <a:solidFill>
                  <a:schemeClr val="dk1"/>
                </a:solidFill>
                <a:latin typeface="Arial"/>
                <a:ea typeface="Arial"/>
                <a:cs typeface="Arial"/>
              </a:rPr>
              <a:t>  </a:t>
            </a:r>
            <a:r>
              <a:rPr lang="en-US" dirty="0" err="1">
                <a:solidFill>
                  <a:schemeClr val="dk1"/>
                </a:solidFill>
                <a:latin typeface="Arial"/>
                <a:ea typeface="Arial"/>
                <a:cs typeface="Arial"/>
              </a:rPr>
              <a:t>Insgesamt</a:t>
            </a:r>
            <a:r>
              <a:rPr lang="en-US" dirty="0">
                <a:solidFill>
                  <a:schemeClr val="dk1"/>
                </a:solidFill>
                <a:latin typeface="Arial"/>
                <a:ea typeface="Arial"/>
                <a:cs typeface="Arial"/>
              </a:rPr>
              <a:t> 308 </a:t>
            </a:r>
            <a:r>
              <a:rPr lang="en-US" dirty="0" err="1">
                <a:solidFill>
                  <a:schemeClr val="dk1"/>
                </a:solidFill>
                <a:latin typeface="Arial"/>
                <a:ea typeface="Arial"/>
                <a:cs typeface="Arial"/>
              </a:rPr>
              <a:t>Stunden</a:t>
            </a:r>
            <a:r>
              <a:rPr lang="en-US" dirty="0">
                <a:solidFill>
                  <a:schemeClr val="dk1"/>
                </a:solidFill>
                <a:latin typeface="Arial"/>
                <a:ea typeface="Arial"/>
                <a:cs typeface="Arial"/>
              </a:rPr>
              <a:t> für</a:t>
            </a:r>
            <a:br>
              <a:rPr lang="en-US" dirty="0">
                <a:solidFill>
                  <a:schemeClr val="dk1"/>
                </a:solidFill>
                <a:latin typeface="Arial"/>
                <a:ea typeface="Arial"/>
                <a:cs typeface="Arial"/>
              </a:rPr>
            </a:br>
            <a:r>
              <a:rPr lang="en-US" dirty="0">
                <a:solidFill>
                  <a:schemeClr val="dk1"/>
                </a:solidFill>
                <a:latin typeface="Arial"/>
                <a:ea typeface="Arial"/>
                <a:cs typeface="Arial"/>
              </a:rPr>
              <a:t>  Coding, Recherche, Team‑Meetings,    </a:t>
            </a:r>
            <a:endParaRPr lang="de-DE" dirty="0">
              <a:solidFill>
                <a:schemeClr val="dk1"/>
              </a:solidFill>
              <a:latin typeface="Arial"/>
              <a:ea typeface="Arial"/>
              <a:cs typeface="Arial"/>
            </a:endParaRPr>
          </a:p>
          <a:p>
            <a:pPr marL="0" lvl="1"/>
            <a:r>
              <a:rPr lang="en-US" dirty="0">
                <a:solidFill>
                  <a:schemeClr val="dk1"/>
                </a:solidFill>
                <a:latin typeface="Arial"/>
                <a:ea typeface="Arial"/>
                <a:cs typeface="Arial"/>
              </a:rPr>
              <a:t>  </a:t>
            </a:r>
            <a:r>
              <a:rPr lang="en-US" dirty="0" err="1">
                <a:solidFill>
                  <a:schemeClr val="dk1"/>
                </a:solidFill>
                <a:latin typeface="Arial"/>
                <a:ea typeface="Arial"/>
                <a:cs typeface="Arial"/>
              </a:rPr>
              <a:t>Dokumentation</a:t>
            </a:r>
            <a:r>
              <a:rPr lang="en-US" dirty="0">
                <a:solidFill>
                  <a:schemeClr val="dk1"/>
                </a:solidFill>
                <a:latin typeface="Arial"/>
                <a:ea typeface="Arial"/>
                <a:cs typeface="Arial"/>
              </a:rPr>
              <a:t>, Debugging, Refactoring, </a:t>
            </a:r>
            <a:endParaRPr lang="de-DE" dirty="0">
              <a:solidFill>
                <a:schemeClr val="dk1"/>
              </a:solidFill>
              <a:latin typeface="Arial"/>
              <a:ea typeface="Arial"/>
              <a:cs typeface="Arial"/>
            </a:endParaRPr>
          </a:p>
          <a:p>
            <a:pPr marL="0" lvl="1"/>
            <a:r>
              <a:rPr lang="en-US" dirty="0">
                <a:solidFill>
                  <a:schemeClr val="dk1"/>
                </a:solidFill>
                <a:latin typeface="Arial"/>
                <a:ea typeface="Arial"/>
                <a:cs typeface="Arial"/>
              </a:rPr>
              <a:t>  </a:t>
            </a:r>
            <a:r>
              <a:rPr lang="en-US" dirty="0" err="1">
                <a:solidFill>
                  <a:schemeClr val="dk1"/>
                </a:solidFill>
                <a:latin typeface="Arial"/>
                <a:ea typeface="Arial"/>
                <a:cs typeface="Arial"/>
              </a:rPr>
              <a:t>Präsentationsvorbereitung</a:t>
            </a:r>
            <a:endParaRPr lang="de-DE" dirty="0" err="1">
              <a:solidFill>
                <a:schemeClr val="dk1"/>
              </a:solidFill>
              <a:latin typeface="Arial"/>
              <a:cs typeface="Arial"/>
            </a:endParaRPr>
          </a:p>
        </p:txBody>
      </p:sp>
      <p:sp>
        <p:nvSpPr>
          <p:cNvPr id="3" name="TextBox 2">
            <a:extLst>
              <a:ext uri="{FF2B5EF4-FFF2-40B4-BE49-F238E27FC236}">
                <a16:creationId xmlns:a16="http://schemas.microsoft.com/office/drawing/2014/main" id="{684C387B-74EF-0F48-11D7-1FDD83B3A9AC}"/>
              </a:ext>
            </a:extLst>
          </p:cNvPr>
          <p:cNvSpPr txBox="1"/>
          <p:nvPr/>
        </p:nvSpPr>
        <p:spPr>
          <a:xfrm>
            <a:off x="239486" y="1208313"/>
            <a:ext cx="5326741" cy="4524315"/>
          </a:xfrm>
          <a:prstGeom prst="rect">
            <a:avLst/>
          </a:prstGeom>
          <a:noFill/>
          <a:ln w="57150">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Arial"/>
              <a:buChar char="•"/>
            </a:pPr>
            <a:r>
              <a:rPr lang="en-US" dirty="0">
                <a:solidFill>
                  <a:schemeClr val="dk1"/>
                </a:solidFill>
                <a:latin typeface="Arial"/>
                <a:ea typeface="Arial"/>
                <a:cs typeface="Arial"/>
              </a:rPr>
              <a:t>Für das Spiel </a:t>
            </a:r>
            <a:r>
              <a:rPr lang="en-US" dirty="0" err="1">
                <a:solidFill>
                  <a:schemeClr val="dk1"/>
                </a:solidFill>
                <a:latin typeface="Arial"/>
                <a:ea typeface="Arial"/>
                <a:cs typeface="Arial"/>
              </a:rPr>
              <a:t>wurde</a:t>
            </a:r>
            <a:r>
              <a:rPr lang="en-US" dirty="0">
                <a:solidFill>
                  <a:schemeClr val="dk1"/>
                </a:solidFill>
                <a:latin typeface="Arial"/>
                <a:ea typeface="Arial"/>
                <a:cs typeface="Arial"/>
              </a:rPr>
              <a:t> </a:t>
            </a:r>
            <a:r>
              <a:rPr lang="en-US" dirty="0" err="1">
                <a:solidFill>
                  <a:schemeClr val="dk1"/>
                </a:solidFill>
                <a:latin typeface="Arial"/>
                <a:ea typeface="Arial"/>
                <a:cs typeface="Arial"/>
              </a:rPr>
              <a:t>nur</a:t>
            </a:r>
            <a:r>
              <a:rPr lang="en-US" dirty="0">
                <a:solidFill>
                  <a:schemeClr val="dk1"/>
                </a:solidFill>
                <a:latin typeface="Arial"/>
                <a:ea typeface="Arial"/>
                <a:cs typeface="Arial"/>
              </a:rPr>
              <a:t> </a:t>
            </a:r>
            <a:r>
              <a:rPr lang="en-US" dirty="0" err="1">
                <a:solidFill>
                  <a:schemeClr val="dk1"/>
                </a:solidFill>
                <a:latin typeface="Arial"/>
                <a:ea typeface="Arial"/>
                <a:cs typeface="Arial"/>
              </a:rPr>
              <a:t>eine</a:t>
            </a:r>
            <a:r>
              <a:rPr lang="en-US" dirty="0">
                <a:solidFill>
                  <a:schemeClr val="dk1"/>
                </a:solidFill>
                <a:latin typeface="Arial"/>
                <a:ea typeface="Arial"/>
                <a:cs typeface="Arial"/>
              </a:rPr>
              <a:t> externe </a:t>
            </a:r>
            <a:r>
              <a:rPr lang="en-US" dirty="0" err="1">
                <a:solidFill>
                  <a:schemeClr val="dk1"/>
                </a:solidFill>
                <a:latin typeface="Arial"/>
                <a:ea typeface="Arial"/>
                <a:cs typeface="Arial"/>
              </a:rPr>
              <a:t>Bibliothek</a:t>
            </a:r>
            <a:r>
              <a:rPr lang="en-US" dirty="0">
                <a:solidFill>
                  <a:schemeClr val="dk1"/>
                </a:solidFill>
                <a:latin typeface="Arial"/>
                <a:ea typeface="Arial"/>
                <a:cs typeface="Arial"/>
              </a:rPr>
              <a:t> </a:t>
            </a:r>
            <a:r>
              <a:rPr lang="en-US" dirty="0" err="1">
                <a:solidFill>
                  <a:schemeClr val="dk1"/>
                </a:solidFill>
                <a:latin typeface="Arial"/>
                <a:ea typeface="Arial"/>
                <a:cs typeface="Arial"/>
              </a:rPr>
              <a:t>verwendet</a:t>
            </a:r>
            <a:r>
              <a:rPr lang="en-US" dirty="0">
                <a:solidFill>
                  <a:schemeClr val="dk1"/>
                </a:solidFill>
                <a:latin typeface="Arial"/>
                <a:ea typeface="Arial"/>
                <a:cs typeface="Arial"/>
              </a:rPr>
              <a:t>: </a:t>
            </a:r>
            <a:r>
              <a:rPr lang="en-US" dirty="0" err="1">
                <a:solidFill>
                  <a:schemeClr val="dk1"/>
                </a:solidFill>
                <a:latin typeface="Arial"/>
                <a:ea typeface="Arial"/>
                <a:cs typeface="Arial"/>
              </a:rPr>
              <a:t>PDCurses</a:t>
            </a:r>
            <a:endParaRPr lang="en-US" dirty="0">
              <a:solidFill>
                <a:schemeClr val="dk1"/>
              </a:solidFill>
              <a:latin typeface="Arial"/>
              <a:ea typeface="Arial"/>
              <a:cs typeface="Arial"/>
            </a:endParaRPr>
          </a:p>
          <a:p>
            <a:endParaRPr lang="en-US" dirty="0">
              <a:solidFill>
                <a:schemeClr val="dk1"/>
              </a:solidFill>
              <a:latin typeface="Arial"/>
              <a:ea typeface="Arial"/>
              <a:cs typeface="Arial"/>
            </a:endParaRPr>
          </a:p>
          <a:p>
            <a:pPr marL="228600" indent="-228600">
              <a:buFont typeface="Arial"/>
              <a:buChar char="•"/>
            </a:pPr>
            <a:r>
              <a:rPr lang="en-US" dirty="0">
                <a:solidFill>
                  <a:schemeClr val="dk1"/>
                </a:solidFill>
                <a:latin typeface="Arial"/>
                <a:ea typeface="Arial"/>
                <a:cs typeface="Arial"/>
              </a:rPr>
              <a:t>Keine Installation </a:t>
            </a:r>
            <a:r>
              <a:rPr lang="en-US" dirty="0" err="1">
                <a:solidFill>
                  <a:schemeClr val="dk1"/>
                </a:solidFill>
                <a:latin typeface="Arial"/>
                <a:ea typeface="Arial"/>
                <a:cs typeface="Arial"/>
              </a:rPr>
              <a:t>zusätzlicher</a:t>
            </a:r>
            <a:r>
              <a:rPr lang="en-US" dirty="0">
                <a:solidFill>
                  <a:schemeClr val="dk1"/>
                </a:solidFill>
                <a:latin typeface="Arial"/>
                <a:ea typeface="Arial"/>
                <a:cs typeface="Arial"/>
              </a:rPr>
              <a:t> Bibliotheken </a:t>
            </a:r>
            <a:r>
              <a:rPr lang="en-US" dirty="0" err="1">
                <a:solidFill>
                  <a:schemeClr val="dk1"/>
                </a:solidFill>
                <a:latin typeface="Arial"/>
                <a:ea typeface="Arial"/>
                <a:cs typeface="Arial"/>
              </a:rPr>
              <a:t>nötig</a:t>
            </a:r>
            <a:r>
              <a:rPr lang="en-US" dirty="0">
                <a:solidFill>
                  <a:schemeClr val="dk1"/>
                </a:solidFill>
                <a:latin typeface="Arial"/>
                <a:ea typeface="Arial"/>
                <a:cs typeface="Arial"/>
              </a:rPr>
              <a:t> → </a:t>
            </a:r>
            <a:r>
              <a:rPr lang="en-US" dirty="0" err="1">
                <a:solidFill>
                  <a:schemeClr val="dk1"/>
                </a:solidFill>
                <a:latin typeface="Arial"/>
                <a:ea typeface="Arial"/>
                <a:cs typeface="Arial"/>
              </a:rPr>
              <a:t>alles</a:t>
            </a:r>
            <a:r>
              <a:rPr lang="en-US" dirty="0">
                <a:solidFill>
                  <a:schemeClr val="dk1"/>
                </a:solidFill>
                <a:latin typeface="Arial"/>
                <a:ea typeface="Arial"/>
                <a:cs typeface="Arial"/>
              </a:rPr>
              <a:t> </a:t>
            </a:r>
            <a:r>
              <a:rPr lang="en-US" dirty="0" err="1">
                <a:solidFill>
                  <a:schemeClr val="dk1"/>
                </a:solidFill>
                <a:latin typeface="Arial"/>
                <a:ea typeface="Arial"/>
                <a:cs typeface="Arial"/>
              </a:rPr>
              <a:t>bereits</a:t>
            </a:r>
            <a:r>
              <a:rPr lang="en-US" dirty="0">
                <a:solidFill>
                  <a:schemeClr val="dk1"/>
                </a:solidFill>
                <a:latin typeface="Arial"/>
                <a:ea typeface="Arial"/>
                <a:cs typeface="Arial"/>
              </a:rPr>
              <a:t> </a:t>
            </a:r>
            <a:r>
              <a:rPr lang="en-US" dirty="0" err="1">
                <a:solidFill>
                  <a:schemeClr val="dk1"/>
                </a:solidFill>
                <a:latin typeface="Arial"/>
                <a:ea typeface="Arial"/>
                <a:cs typeface="Arial"/>
              </a:rPr>
              <a:t>im</a:t>
            </a:r>
            <a:r>
              <a:rPr lang="en-US" dirty="0">
                <a:solidFill>
                  <a:schemeClr val="dk1"/>
                </a:solidFill>
                <a:latin typeface="Arial"/>
                <a:ea typeface="Arial"/>
                <a:cs typeface="Arial"/>
              </a:rPr>
              <a:t> Spiel </a:t>
            </a:r>
            <a:r>
              <a:rPr lang="en-US" dirty="0" err="1">
                <a:solidFill>
                  <a:schemeClr val="dk1"/>
                </a:solidFill>
                <a:latin typeface="Arial"/>
                <a:ea typeface="Arial"/>
                <a:cs typeface="Arial"/>
              </a:rPr>
              <a:t>enthalten</a:t>
            </a:r>
            <a:endParaRPr lang="en-US" dirty="0">
              <a:solidFill>
                <a:schemeClr val="dk1"/>
              </a:solidFill>
              <a:latin typeface="Arial"/>
              <a:ea typeface="Arial"/>
              <a:cs typeface="Arial"/>
            </a:endParaRPr>
          </a:p>
          <a:p>
            <a:endParaRPr lang="en-US" dirty="0">
              <a:solidFill>
                <a:schemeClr val="dk1"/>
              </a:solidFill>
              <a:latin typeface="Arial"/>
              <a:ea typeface="Arial"/>
              <a:cs typeface="Arial"/>
            </a:endParaRPr>
          </a:p>
          <a:p>
            <a:pPr marL="228600" indent="-228600">
              <a:buFont typeface="Arial"/>
              <a:buChar char="•"/>
            </a:pPr>
            <a:r>
              <a:rPr lang="en-US" dirty="0">
                <a:solidFill>
                  <a:schemeClr val="dk1"/>
                </a:solidFill>
                <a:latin typeface="Arial"/>
                <a:ea typeface="Arial"/>
                <a:cs typeface="Arial"/>
              </a:rPr>
              <a:t>Keine </a:t>
            </a:r>
            <a:r>
              <a:rPr lang="en-US" dirty="0" err="1">
                <a:solidFill>
                  <a:schemeClr val="dk1"/>
                </a:solidFill>
                <a:latin typeface="Arial"/>
                <a:ea typeface="Arial"/>
                <a:cs typeface="Arial"/>
              </a:rPr>
              <a:t>externen</a:t>
            </a:r>
            <a:r>
              <a:rPr lang="en-US" dirty="0">
                <a:solidFill>
                  <a:schemeClr val="dk1"/>
                </a:solidFill>
                <a:latin typeface="Arial"/>
                <a:ea typeface="Arial"/>
                <a:cs typeface="Arial"/>
              </a:rPr>
              <a:t> </a:t>
            </a:r>
            <a:r>
              <a:rPr lang="en-US" dirty="0" err="1">
                <a:solidFill>
                  <a:schemeClr val="dk1"/>
                </a:solidFill>
                <a:latin typeface="Arial"/>
                <a:ea typeface="Arial"/>
                <a:cs typeface="Arial"/>
              </a:rPr>
              <a:t>Abhängigkeiten</a:t>
            </a:r>
            <a:r>
              <a:rPr lang="en-US" dirty="0">
                <a:solidFill>
                  <a:schemeClr val="dk1"/>
                </a:solidFill>
                <a:latin typeface="Arial"/>
                <a:ea typeface="Arial"/>
                <a:cs typeface="Arial"/>
              </a:rPr>
              <a:t> </a:t>
            </a:r>
            <a:r>
              <a:rPr lang="en-US" dirty="0" err="1">
                <a:solidFill>
                  <a:schemeClr val="dk1"/>
                </a:solidFill>
                <a:latin typeface="Arial"/>
                <a:ea typeface="Arial"/>
                <a:cs typeface="Arial"/>
              </a:rPr>
              <a:t>beim</a:t>
            </a:r>
            <a:r>
              <a:rPr lang="en-US" dirty="0">
                <a:solidFill>
                  <a:schemeClr val="dk1"/>
                </a:solidFill>
                <a:latin typeface="Arial"/>
                <a:ea typeface="Arial"/>
                <a:cs typeface="Arial"/>
              </a:rPr>
              <a:t> </a:t>
            </a:r>
            <a:r>
              <a:rPr lang="en-US" dirty="0" err="1">
                <a:solidFill>
                  <a:schemeClr val="dk1"/>
                </a:solidFill>
                <a:latin typeface="Arial"/>
                <a:ea typeface="Arial"/>
                <a:cs typeface="Arial"/>
              </a:rPr>
              <a:t>Ausführen</a:t>
            </a:r>
            <a:r>
              <a:rPr lang="en-US" dirty="0">
                <a:solidFill>
                  <a:schemeClr val="dk1"/>
                </a:solidFill>
                <a:latin typeface="Arial"/>
                <a:ea typeface="Arial"/>
                <a:cs typeface="Arial"/>
              </a:rPr>
              <a:t> des Spiels</a:t>
            </a:r>
          </a:p>
          <a:p>
            <a:endParaRPr lang="en-US" dirty="0">
              <a:solidFill>
                <a:schemeClr val="dk1"/>
              </a:solidFill>
              <a:latin typeface="Arial"/>
              <a:ea typeface="Arial"/>
              <a:cs typeface="Arial"/>
            </a:endParaRPr>
          </a:p>
          <a:p>
            <a:pPr marL="228600" indent="-228600">
              <a:buFont typeface="Arial"/>
              <a:buChar char="•"/>
            </a:pPr>
            <a:r>
              <a:rPr lang="en-US" dirty="0">
                <a:solidFill>
                  <a:schemeClr val="dk1"/>
                </a:solidFill>
                <a:latin typeface="Arial"/>
                <a:ea typeface="Arial"/>
                <a:cs typeface="Arial"/>
              </a:rPr>
              <a:t>Einzige </a:t>
            </a:r>
            <a:r>
              <a:rPr lang="en-US" dirty="0" err="1">
                <a:solidFill>
                  <a:schemeClr val="dk1"/>
                </a:solidFill>
                <a:latin typeface="Arial"/>
                <a:ea typeface="Arial"/>
                <a:cs typeface="Arial"/>
              </a:rPr>
              <a:t>Voraussetzung</a:t>
            </a:r>
            <a:r>
              <a:rPr lang="en-US" dirty="0">
                <a:solidFill>
                  <a:schemeClr val="dk1"/>
                </a:solidFill>
                <a:latin typeface="Arial"/>
                <a:ea typeface="Arial"/>
                <a:cs typeface="Arial"/>
              </a:rPr>
              <a:t>:</a:t>
            </a:r>
          </a:p>
          <a:p>
            <a:pPr marL="0" lvl="1"/>
            <a:r>
              <a:rPr lang="en-US" dirty="0">
                <a:solidFill>
                  <a:schemeClr val="dk1"/>
                </a:solidFill>
                <a:latin typeface="Arial"/>
                <a:ea typeface="Arial"/>
                <a:cs typeface="Arial"/>
              </a:rPr>
              <a:t>  </a:t>
            </a:r>
            <a:r>
              <a:rPr lang="en-US" dirty="0" err="1">
                <a:solidFill>
                  <a:schemeClr val="dk1"/>
                </a:solidFill>
                <a:latin typeface="Arial"/>
                <a:ea typeface="Arial"/>
                <a:cs typeface="Arial"/>
              </a:rPr>
              <a:t>CMake</a:t>
            </a:r>
            <a:r>
              <a:rPr lang="en-US" dirty="0">
                <a:solidFill>
                  <a:schemeClr val="dk1"/>
                </a:solidFill>
                <a:latin typeface="Arial"/>
                <a:ea typeface="Arial"/>
                <a:cs typeface="Arial"/>
              </a:rPr>
              <a:t> muss </a:t>
            </a:r>
            <a:r>
              <a:rPr lang="en-US" dirty="0" err="1">
                <a:solidFill>
                  <a:schemeClr val="dk1"/>
                </a:solidFill>
                <a:latin typeface="Arial"/>
                <a:ea typeface="Arial"/>
                <a:cs typeface="Arial"/>
              </a:rPr>
              <a:t>installiert</a:t>
            </a:r>
            <a:r>
              <a:rPr lang="en-US" dirty="0">
                <a:solidFill>
                  <a:schemeClr val="dk1"/>
                </a:solidFill>
                <a:latin typeface="Arial"/>
                <a:ea typeface="Arial"/>
                <a:cs typeface="Arial"/>
              </a:rPr>
              <a:t> sein, um das Projekt   </a:t>
            </a:r>
            <a:r>
              <a:rPr lang="en-US" dirty="0" err="1">
                <a:solidFill>
                  <a:schemeClr val="dk1"/>
                </a:solidFill>
                <a:latin typeface="Arial"/>
                <a:ea typeface="Arial"/>
                <a:cs typeface="Arial"/>
              </a:rPr>
              <a:t>zu</a:t>
            </a:r>
            <a:r>
              <a:rPr lang="en-US" dirty="0">
                <a:solidFill>
                  <a:schemeClr val="dk1"/>
                </a:solidFill>
                <a:latin typeface="Arial"/>
                <a:ea typeface="Arial"/>
                <a:cs typeface="Arial"/>
              </a:rPr>
              <a:t> </a:t>
            </a:r>
            <a:r>
              <a:rPr lang="en-US" dirty="0" err="1">
                <a:solidFill>
                  <a:schemeClr val="dk1"/>
                </a:solidFill>
                <a:latin typeface="Arial"/>
                <a:ea typeface="Arial"/>
                <a:cs typeface="Arial"/>
              </a:rPr>
              <a:t>bauen</a:t>
            </a:r>
            <a:br>
              <a:rPr lang="en-US" dirty="0">
                <a:solidFill>
                  <a:schemeClr val="dk1"/>
                </a:solidFill>
                <a:latin typeface="Arial"/>
                <a:ea typeface="Arial"/>
                <a:cs typeface="Arial"/>
              </a:rPr>
            </a:br>
            <a:endParaRPr lang="en-US">
              <a:solidFill>
                <a:schemeClr val="dk1"/>
              </a:solidFill>
              <a:latin typeface="Arial"/>
              <a:ea typeface="Arial"/>
              <a:cs typeface="Arial"/>
            </a:endParaRPr>
          </a:p>
          <a:p>
            <a:pPr marL="228600" lvl="1" indent="-228600">
              <a:buFont typeface="Arial"/>
              <a:buChar char="•"/>
            </a:pPr>
            <a:r>
              <a:rPr lang="en-US" dirty="0">
                <a:solidFill>
                  <a:schemeClr val="dk1"/>
                </a:solidFill>
                <a:latin typeface="Arial"/>
                <a:ea typeface="Arial"/>
                <a:cs typeface="Arial"/>
              </a:rPr>
              <a:t>Optional: Visual Studio + C++ Build Essentials → </a:t>
            </a:r>
            <a:r>
              <a:rPr lang="en-US" dirty="0" err="1">
                <a:solidFill>
                  <a:schemeClr val="dk1"/>
                </a:solidFill>
                <a:latin typeface="Arial"/>
                <a:ea typeface="Arial"/>
                <a:cs typeface="Arial"/>
              </a:rPr>
              <a:t>erleichtert</a:t>
            </a:r>
            <a:r>
              <a:rPr lang="en-US" dirty="0">
                <a:solidFill>
                  <a:schemeClr val="dk1"/>
                </a:solidFill>
                <a:latin typeface="Arial"/>
                <a:ea typeface="Arial"/>
                <a:cs typeface="Arial"/>
              </a:rPr>
              <a:t> den Build‑</a:t>
            </a:r>
            <a:r>
              <a:rPr lang="en-US" dirty="0" err="1">
                <a:solidFill>
                  <a:schemeClr val="dk1"/>
                </a:solidFill>
                <a:latin typeface="Arial"/>
                <a:ea typeface="Arial"/>
                <a:cs typeface="Arial"/>
              </a:rPr>
              <a:t>Prozess</a:t>
            </a:r>
            <a:endParaRPr lang="en-US" dirty="0">
              <a:solidFill>
                <a:schemeClr val="dk1"/>
              </a:solidFill>
              <a:latin typeface="Arial"/>
              <a:ea typeface="Arial"/>
              <a:cs typeface="Arial"/>
            </a:endParaRPr>
          </a:p>
          <a:p>
            <a:pPr marL="228600" indent="-228600">
              <a:buFont typeface="Arial"/>
              <a:buChar char="•"/>
            </a:pPr>
            <a:endParaRPr lang="de-AT">
              <a:solidFill>
                <a:schemeClr val="dk1"/>
              </a:solidFill>
              <a:latin typeface="Arial"/>
              <a:cs typeface="Arial"/>
            </a:endParaRPr>
          </a:p>
        </p:txBody>
      </p:sp>
    </p:spTree>
    <p:extLst>
      <p:ext uri="{BB962C8B-B14F-4D97-AF65-F5344CB8AC3E}">
        <p14:creationId xmlns:p14="http://schemas.microsoft.com/office/powerpoint/2010/main" val="8039510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C4DB3-38BA-1500-1F6C-618CF06C184E}"/>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A8B6E8E6-7910-AF07-67BF-223055DD0CCF}"/>
              </a:ext>
            </a:extLst>
          </p:cNvPr>
          <p:cNvSpPr>
            <a:spLocks noGrp="1"/>
          </p:cNvSpPr>
          <p:nvPr>
            <p:ph type="title"/>
          </p:nvPr>
        </p:nvSpPr>
        <p:spPr/>
        <p:txBody>
          <a:bodyPr>
            <a:normAutofit fontScale="90000"/>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de-DE" sz="4000" b="1">
                <a:solidFill>
                  <a:schemeClr val="dk1"/>
                </a:solidFill>
                <a:latin typeface="Arial"/>
                <a:cs typeface="Arial"/>
              </a:rPr>
              <a:t>Nachwort</a:t>
            </a:r>
            <a:endParaRPr lang="en-US" b="1">
              <a:solidFill>
                <a:schemeClr val="dk1"/>
              </a:solidFill>
              <a:latin typeface="Arial"/>
            </a:endParaRPr>
          </a:p>
        </p:txBody>
      </p:sp>
      <p:sp>
        <p:nvSpPr>
          <p:cNvPr id="4" name="Fußzeilenplatzhalter 3">
            <a:extLst>
              <a:ext uri="{FF2B5EF4-FFF2-40B4-BE49-F238E27FC236}">
                <a16:creationId xmlns:a16="http://schemas.microsoft.com/office/drawing/2014/main" id="{955F1248-879F-15F1-0343-FA197EAAA01A}"/>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latin typeface="Arial"/>
                <a:cs typeface="Arial"/>
              </a:rPr>
              <a:t>RetroBattle| Team 4 | 06/26</a:t>
            </a:r>
          </a:p>
          <a:p>
            <a:endParaRPr lang="en-GB" sz="1400"/>
          </a:p>
        </p:txBody>
      </p:sp>
      <p:sp>
        <p:nvSpPr>
          <p:cNvPr id="5" name="Foliennummernplatzhalter 4">
            <a:extLst>
              <a:ext uri="{FF2B5EF4-FFF2-40B4-BE49-F238E27FC236}">
                <a16:creationId xmlns:a16="http://schemas.microsoft.com/office/drawing/2014/main" id="{3234B6AD-2E78-B656-9E35-32D3CAD44027}"/>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16</a:t>
            </a:fld>
            <a:endParaRPr lang="en-GB"/>
          </a:p>
        </p:txBody>
      </p:sp>
      <p:sp>
        <p:nvSpPr>
          <p:cNvPr id="9" name="Text Placeholder 8">
            <a:extLst>
              <a:ext uri="{FF2B5EF4-FFF2-40B4-BE49-F238E27FC236}">
                <a16:creationId xmlns:a16="http://schemas.microsoft.com/office/drawing/2014/main" id="{271AEDCD-08DD-031D-BBAF-A39AC4FDB376}"/>
              </a:ext>
            </a:extLst>
          </p:cNvPr>
          <p:cNvSpPr>
            <a:spLocks noGrp="1"/>
          </p:cNvSpPr>
          <p:nvPr>
            <p:ph type="body" sz="quarter" idx="14"/>
          </p:nvPr>
        </p:nvSpPr>
        <p:spPr>
          <a:xfrm>
            <a:off x="1045545" y="1702629"/>
            <a:ext cx="9095111" cy="1727886"/>
          </a:xfrm>
        </p:spPr>
        <p:txBody>
          <a:bodyPr>
            <a:normAutofit lnSpcReduction="10000"/>
          </a:bodyPr>
          <a:lstStyle/>
          <a:p>
            <a:pPr marL="0" indent="0">
              <a:buNone/>
            </a:pPr>
            <a:r>
              <a:rPr lang="de-AT" sz="1800">
                <a:solidFill>
                  <a:schemeClr val="dk1"/>
                </a:solidFill>
                <a:latin typeface="Arial"/>
                <a:cs typeface="Arial"/>
              </a:rPr>
              <a:t>Die Zusammenarbeit in diesem Projekt war für uns alle bereichernd. Neben dem</a:t>
            </a:r>
            <a:endParaRPr lang="en-US">
              <a:solidFill>
                <a:schemeClr val="dk1"/>
              </a:solidFill>
              <a:latin typeface="Arial"/>
              <a:cs typeface="Arial"/>
            </a:endParaRPr>
          </a:p>
          <a:p>
            <a:pPr marL="0" indent="0">
              <a:buNone/>
            </a:pPr>
            <a:r>
              <a:rPr lang="de-AT" sz="1800">
                <a:solidFill>
                  <a:schemeClr val="dk1"/>
                </a:solidFill>
                <a:latin typeface="Arial"/>
                <a:cs typeface="Arial"/>
              </a:rPr>
              <a:t>Programmieren haben wir viel über Teamarbeit, Projektorganisation und Problemlösung</a:t>
            </a:r>
            <a:endParaRPr lang="en-US">
              <a:solidFill>
                <a:schemeClr val="dk1"/>
              </a:solidFill>
              <a:latin typeface="Arial"/>
              <a:cs typeface="Arial"/>
            </a:endParaRPr>
          </a:p>
          <a:p>
            <a:pPr marL="0" indent="0">
              <a:buNone/>
            </a:pPr>
            <a:r>
              <a:rPr lang="de-AT" sz="1800">
                <a:solidFill>
                  <a:schemeClr val="dk1"/>
                </a:solidFill>
                <a:latin typeface="Arial"/>
                <a:cs typeface="Arial"/>
              </a:rPr>
              <a:t>gelernt. Besonders der Anfang war herausfordernd, doch nach dem ersten Schritt verlief</a:t>
            </a:r>
            <a:endParaRPr lang="en-US">
              <a:solidFill>
                <a:schemeClr val="dk1"/>
              </a:solidFill>
              <a:latin typeface="Arial"/>
              <a:cs typeface="Arial"/>
            </a:endParaRPr>
          </a:p>
          <a:p>
            <a:pPr marL="0" indent="0">
              <a:buNone/>
            </a:pPr>
            <a:r>
              <a:rPr lang="de-AT" sz="1800">
                <a:solidFill>
                  <a:schemeClr val="dk1"/>
                </a:solidFill>
                <a:latin typeface="Arial"/>
                <a:cs typeface="Arial"/>
              </a:rPr>
              <a:t>die Entwicklung reibungslos. Nach sieben Sprints blicken wir nun auf ein erfolgreiches</a:t>
            </a:r>
            <a:endParaRPr lang="en-US">
              <a:solidFill>
                <a:schemeClr val="dk1"/>
              </a:solidFill>
              <a:latin typeface="Arial"/>
              <a:cs typeface="Arial"/>
            </a:endParaRPr>
          </a:p>
          <a:p>
            <a:pPr marL="0" indent="0">
              <a:buNone/>
            </a:pPr>
            <a:r>
              <a:rPr lang="de-AT" sz="1800">
                <a:solidFill>
                  <a:schemeClr val="dk1"/>
                </a:solidFill>
                <a:latin typeface="Arial"/>
                <a:cs typeface="Arial"/>
              </a:rPr>
              <a:t>Projekt zurück – und gleichzeitig auf den Beginn neuer Herausforderungen.</a:t>
            </a:r>
            <a:endParaRPr lang="en-US">
              <a:solidFill>
                <a:schemeClr val="dk1"/>
              </a:solidFill>
              <a:latin typeface="Arial"/>
              <a:cs typeface="Arial"/>
            </a:endParaRPr>
          </a:p>
        </p:txBody>
      </p:sp>
    </p:spTree>
    <p:extLst>
      <p:ext uri="{BB962C8B-B14F-4D97-AF65-F5344CB8AC3E}">
        <p14:creationId xmlns:p14="http://schemas.microsoft.com/office/powerpoint/2010/main" val="1701108706"/>
      </p:ext>
    </p:extLst>
  </p:cSld>
  <p:clrMapOvr>
    <a:masterClrMapping/>
  </p:clrMapOvr>
</p:sld>
</file>

<file path=ppt/theme/theme1.xml><?xml version="1.0" encoding="utf-8"?>
<a:theme xmlns:a="http://schemas.openxmlformats.org/drawingml/2006/main" name="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1006</Words>
  <Application>Microsoft Office PowerPoint</Application>
  <PresentationFormat>Breitbild</PresentationFormat>
  <Paragraphs>155</Paragraphs>
  <Slides>16</Slides>
  <Notes>0</Notes>
  <HiddenSlides>0</HiddenSlides>
  <MMClips>0</MMClips>
  <ScaleCrop>false</ScaleCrop>
  <HeadingPairs>
    <vt:vector size="6" baseType="variant">
      <vt:variant>
        <vt:lpstr>Verwendete Schriftarten</vt:lpstr>
      </vt:variant>
      <vt:variant>
        <vt:i4>7</vt:i4>
      </vt:variant>
      <vt:variant>
        <vt:lpstr>Design</vt:lpstr>
      </vt:variant>
      <vt:variant>
        <vt:i4>2</vt:i4>
      </vt:variant>
      <vt:variant>
        <vt:lpstr>Folientitel</vt:lpstr>
      </vt:variant>
      <vt:variant>
        <vt:i4>16</vt:i4>
      </vt:variant>
    </vt:vector>
  </HeadingPairs>
  <TitlesOfParts>
    <vt:vector size="25" baseType="lpstr">
      <vt:lpstr>Aptos</vt:lpstr>
      <vt:lpstr>Aptos Display</vt:lpstr>
      <vt:lpstr>Arial</vt:lpstr>
      <vt:lpstr>Arial,Sans-Serif</vt:lpstr>
      <vt:lpstr>Symbol</vt:lpstr>
      <vt:lpstr>Times New Roman</vt:lpstr>
      <vt:lpstr>Wingdings</vt:lpstr>
      <vt:lpstr>Office</vt:lpstr>
      <vt:lpstr>Office</vt:lpstr>
      <vt:lpstr>RetroBattle</vt:lpstr>
      <vt:lpstr>RetroBattle Team 4     </vt:lpstr>
      <vt:lpstr>Inhaltsverzeichnis      </vt:lpstr>
      <vt:lpstr>Vorwort</vt:lpstr>
      <vt:lpstr>Ziel des Spiels</vt:lpstr>
      <vt:lpstr>Game Entities </vt:lpstr>
      <vt:lpstr>Keybindings</vt:lpstr>
      <vt:lpstr>Start Bildschirm</vt:lpstr>
      <vt:lpstr>Start Raum</vt:lpstr>
      <vt:lpstr>Kampffenster</vt:lpstr>
      <vt:lpstr>Interagieren mit Relics</vt:lpstr>
      <vt:lpstr>Interagieren mit Gatekeeper</vt:lpstr>
      <vt:lpstr>Interagieren mit Gatekeeper</vt:lpstr>
      <vt:lpstr>Interagieren mit Gatekeeper</vt:lpstr>
      <vt:lpstr>Allgemeine Informationen</vt:lpstr>
      <vt:lpstr>Nachwort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Antonios Sotiriou</dc:creator>
  <dc:description/>
  <cp:lastModifiedBy>Antonios Sotiriou</cp:lastModifiedBy>
  <cp:revision>78</cp:revision>
  <dcterms:created xsi:type="dcterms:W3CDTF">2026-06-10T16:50:38Z</dcterms:created>
  <dcterms:modified xsi:type="dcterms:W3CDTF">2026-06-22T11:39:50Z</dcterms:modified>
  <dc:language>de-DE</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Breitbild</vt:lpwstr>
  </property>
  <property fmtid="{D5CDD505-2E9C-101B-9397-08002B2CF9AE}" pid="3" name="Slides">
    <vt:i4>15</vt:i4>
  </property>
</Properties>
</file>