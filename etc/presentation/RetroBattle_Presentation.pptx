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2192000" cy="6858000"/>
  <p:notesSz cx="7559675" cy="10691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6" d="100"/>
          <a:sy n="76" d="100"/>
        </p:scale>
        <p:origin x="91" y="3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tonios Sotiriou" userId="f9d563ee24b4f8cd" providerId="LiveId" clId="{885BA2ED-02AD-4824-AA11-05E4770634C6}"/>
    <pc:docChg chg="undo redo custSel modSld delMainMaster">
      <pc:chgData name="Antonios Sotiriou" userId="f9d563ee24b4f8cd" providerId="LiveId" clId="{885BA2ED-02AD-4824-AA11-05E4770634C6}" dt="2026-06-21T18:55:45.908" v="51" actId="20577"/>
      <pc:docMkLst>
        <pc:docMk/>
      </pc:docMkLst>
      <pc:sldChg chg="modSp mod">
        <pc:chgData name="Antonios Sotiriou" userId="f9d563ee24b4f8cd" providerId="LiveId" clId="{885BA2ED-02AD-4824-AA11-05E4770634C6}" dt="2026-06-20T08:40:00.509" v="10" actId="20577"/>
        <pc:sldMkLst>
          <pc:docMk/>
          <pc:sldMk cId="0" sldId="258"/>
        </pc:sldMkLst>
        <pc:spChg chg="mod">
          <ac:chgData name="Antonios Sotiriou" userId="f9d563ee24b4f8cd" providerId="LiveId" clId="{885BA2ED-02AD-4824-AA11-05E4770634C6}" dt="2026-06-20T08:40:00.509" v="10" actId="20577"/>
          <ac:spMkLst>
            <pc:docMk/>
            <pc:sldMk cId="0" sldId="258"/>
            <ac:spMk id="75" creationId="{00000000-0000-0000-0000-000000000000}"/>
          </ac:spMkLst>
        </pc:spChg>
      </pc:sldChg>
      <pc:sldChg chg="modSp mod">
        <pc:chgData name="Antonios Sotiriou" userId="f9d563ee24b4f8cd" providerId="LiveId" clId="{885BA2ED-02AD-4824-AA11-05E4770634C6}" dt="2026-06-20T08:41:31.954" v="19" actId="14100"/>
        <pc:sldMkLst>
          <pc:docMk/>
          <pc:sldMk cId="0" sldId="260"/>
        </pc:sldMkLst>
        <pc:spChg chg="mod">
          <ac:chgData name="Antonios Sotiriou" userId="f9d563ee24b4f8cd" providerId="LiveId" clId="{885BA2ED-02AD-4824-AA11-05E4770634C6}" dt="2026-06-20T08:41:31.954" v="19" actId="14100"/>
          <ac:spMkLst>
            <pc:docMk/>
            <pc:sldMk cId="0" sldId="260"/>
            <ac:spMk id="94" creationId="{00000000-0000-0000-0000-000000000000}"/>
          </ac:spMkLst>
        </pc:spChg>
        <pc:picChg chg="mod">
          <ac:chgData name="Antonios Sotiriou" userId="f9d563ee24b4f8cd" providerId="LiveId" clId="{885BA2ED-02AD-4824-AA11-05E4770634C6}" dt="2026-06-20T08:40:50.863" v="13" actId="1076"/>
          <ac:picMkLst>
            <pc:docMk/>
            <pc:sldMk cId="0" sldId="260"/>
            <ac:picMk id="86" creationId="{00000000-0000-0000-0000-000000000000}"/>
          </ac:picMkLst>
        </pc:picChg>
        <pc:picChg chg="mod">
          <ac:chgData name="Antonios Sotiriou" userId="f9d563ee24b4f8cd" providerId="LiveId" clId="{885BA2ED-02AD-4824-AA11-05E4770634C6}" dt="2026-06-20T08:40:46.517" v="12" actId="1076"/>
          <ac:picMkLst>
            <pc:docMk/>
            <pc:sldMk cId="0" sldId="260"/>
            <ac:picMk id="87" creationId="{00000000-0000-0000-0000-000000000000}"/>
          </ac:picMkLst>
        </pc:picChg>
      </pc:sldChg>
      <pc:sldChg chg="modSp mod">
        <pc:chgData name="Antonios Sotiriou" userId="f9d563ee24b4f8cd" providerId="LiveId" clId="{885BA2ED-02AD-4824-AA11-05E4770634C6}" dt="2026-06-20T08:43:22.691" v="24" actId="1076"/>
        <pc:sldMkLst>
          <pc:docMk/>
          <pc:sldMk cId="0" sldId="264"/>
        </pc:sldMkLst>
        <pc:spChg chg="mod">
          <ac:chgData name="Antonios Sotiriou" userId="f9d563ee24b4f8cd" providerId="LiveId" clId="{885BA2ED-02AD-4824-AA11-05E4770634C6}" dt="2026-06-20T08:43:03.842" v="22" actId="1076"/>
          <ac:spMkLst>
            <pc:docMk/>
            <pc:sldMk cId="0" sldId="264"/>
            <ac:spMk id="123" creationId="{00000000-0000-0000-0000-000000000000}"/>
          </ac:spMkLst>
        </pc:spChg>
        <pc:spChg chg="mod">
          <ac:chgData name="Antonios Sotiriou" userId="f9d563ee24b4f8cd" providerId="LiveId" clId="{885BA2ED-02AD-4824-AA11-05E4770634C6}" dt="2026-06-20T08:43:13.714" v="23" actId="1076"/>
          <ac:spMkLst>
            <pc:docMk/>
            <pc:sldMk cId="0" sldId="264"/>
            <ac:spMk id="124" creationId="{00000000-0000-0000-0000-000000000000}"/>
          </ac:spMkLst>
        </pc:spChg>
        <pc:picChg chg="mod">
          <ac:chgData name="Antonios Sotiriou" userId="f9d563ee24b4f8cd" providerId="LiveId" clId="{885BA2ED-02AD-4824-AA11-05E4770634C6}" dt="2026-06-20T08:43:22.691" v="24" actId="1076"/>
          <ac:picMkLst>
            <pc:docMk/>
            <pc:sldMk cId="0" sldId="264"/>
            <ac:picMk id="125" creationId="{00000000-0000-0000-0000-000000000000}"/>
          </ac:picMkLst>
        </pc:picChg>
      </pc:sldChg>
      <pc:sldChg chg="modSp mod">
        <pc:chgData name="Antonios Sotiriou" userId="f9d563ee24b4f8cd" providerId="LiveId" clId="{885BA2ED-02AD-4824-AA11-05E4770634C6}" dt="2026-06-21T18:55:45.908" v="51" actId="20577"/>
        <pc:sldMkLst>
          <pc:docMk/>
          <pc:sldMk cId="0" sldId="269"/>
        </pc:sldMkLst>
        <pc:spChg chg="mod">
          <ac:chgData name="Antonios Sotiriou" userId="f9d563ee24b4f8cd" providerId="LiveId" clId="{885BA2ED-02AD-4824-AA11-05E4770634C6}" dt="2026-06-21T18:55:45.908" v="51" actId="20577"/>
          <ac:spMkLst>
            <pc:docMk/>
            <pc:sldMk cId="0" sldId="269"/>
            <ac:spMk id="146" creationId="{00000000-0000-0000-0000-000000000000}"/>
          </ac:spMkLst>
        </pc:spChg>
      </pc:sldChg>
      <pc:sldChg chg="modSp mod">
        <pc:chgData name="Antonios Sotiriou" userId="f9d563ee24b4f8cd" providerId="LiveId" clId="{885BA2ED-02AD-4824-AA11-05E4770634C6}" dt="2026-06-20T08:48:47.676" v="45" actId="20577"/>
        <pc:sldMkLst>
          <pc:docMk/>
          <pc:sldMk cId="0" sldId="270"/>
        </pc:sldMkLst>
        <pc:spChg chg="mod">
          <ac:chgData name="Antonios Sotiriou" userId="f9d563ee24b4f8cd" providerId="LiveId" clId="{885BA2ED-02AD-4824-AA11-05E4770634C6}" dt="2026-06-20T08:48:47.676" v="45" actId="20577"/>
          <ac:spMkLst>
            <pc:docMk/>
            <pc:sldMk cId="0" sldId="270"/>
            <ac:spMk id="149" creationId="{00000000-0000-0000-0000-000000000000}"/>
          </ac:spMkLst>
        </pc:spChg>
      </pc:sldChg>
      <pc:sldMasterChg chg="del delSldLayout">
        <pc:chgData name="Antonios Sotiriou" userId="f9d563ee24b4f8cd" providerId="LiveId" clId="{885BA2ED-02AD-4824-AA11-05E4770634C6}" dt="2026-06-20T08:39:51.603" v="6"/>
        <pc:sldMasterMkLst>
          <pc:docMk/>
          <pc:sldMasterMk cId="0" sldId="2147483650"/>
        </pc:sldMasterMkLst>
        <pc:sldLayoutChg chg="del">
          <pc:chgData name="Antonios Sotiriou" userId="f9d563ee24b4f8cd" providerId="LiveId" clId="{885BA2ED-02AD-4824-AA11-05E4770634C6}" dt="2026-06-20T08:39:51.603" v="6"/>
          <pc:sldLayoutMkLst>
            <pc:docMk/>
            <pc:sldMasterMk cId="0" sldId="2147483650"/>
            <pc:sldLayoutMk cId="0" sldId="2147483651"/>
          </pc:sldLayoutMkLst>
        </pc:sldLayoutChg>
      </pc:sldMasterChg>
      <pc:sldMasterChg chg="del delSldLayout">
        <pc:chgData name="Antonios Sotiriou" userId="f9d563ee24b4f8cd" providerId="LiveId" clId="{885BA2ED-02AD-4824-AA11-05E4770634C6}" dt="2026-06-20T08:39:51.603" v="6"/>
        <pc:sldMasterMkLst>
          <pc:docMk/>
          <pc:sldMasterMk cId="0" sldId="2147483652"/>
        </pc:sldMasterMkLst>
        <pc:sldLayoutChg chg="del">
          <pc:chgData name="Antonios Sotiriou" userId="f9d563ee24b4f8cd" providerId="LiveId" clId="{885BA2ED-02AD-4824-AA11-05E4770634C6}" dt="2026-06-20T08:39:51.603" v="6"/>
          <pc:sldLayoutMkLst>
            <pc:docMk/>
            <pc:sldMasterMk cId="0" sldId="2147483652"/>
            <pc:sldLayoutMk cId="0" sldId="2147483653"/>
          </pc:sldLayoutMkLst>
        </pc:sldLayoutChg>
      </pc:sldMasterChg>
      <pc:sldMasterChg chg="del delSldLayout">
        <pc:chgData name="Antonios Sotiriou" userId="f9d563ee24b4f8cd" providerId="LiveId" clId="{885BA2ED-02AD-4824-AA11-05E4770634C6}" dt="2026-06-20T08:39:51.603" v="6"/>
        <pc:sldMasterMkLst>
          <pc:docMk/>
          <pc:sldMasterMk cId="0" sldId="2147483654"/>
        </pc:sldMasterMkLst>
        <pc:sldLayoutChg chg="del">
          <pc:chgData name="Antonios Sotiriou" userId="f9d563ee24b4f8cd" providerId="LiveId" clId="{885BA2ED-02AD-4824-AA11-05E4770634C6}" dt="2026-06-20T08:39:51.603" v="6"/>
          <pc:sldLayoutMkLst>
            <pc:docMk/>
            <pc:sldMasterMk cId="0" sldId="2147483654"/>
            <pc:sldLayoutMk cId="0" sldId="2147483655"/>
          </pc:sldLayoutMkLst>
        </pc:sldLayoutChg>
      </pc:sldMasterChg>
      <pc:sldMasterChg chg="del delSldLayout">
        <pc:chgData name="Antonios Sotiriou" userId="f9d563ee24b4f8cd" providerId="LiveId" clId="{885BA2ED-02AD-4824-AA11-05E4770634C6}" dt="2026-06-20T08:39:51.603" v="6"/>
        <pc:sldMasterMkLst>
          <pc:docMk/>
          <pc:sldMasterMk cId="0" sldId="2147483656"/>
        </pc:sldMasterMkLst>
        <pc:sldLayoutChg chg="del">
          <pc:chgData name="Antonios Sotiriou" userId="f9d563ee24b4f8cd" providerId="LiveId" clId="{885BA2ED-02AD-4824-AA11-05E4770634C6}" dt="2026-06-20T08:39:51.603" v="6"/>
          <pc:sldLayoutMkLst>
            <pc:docMk/>
            <pc:sldMasterMk cId="0" sldId="2147483656"/>
            <pc:sldLayoutMk cId="0" sldId="2147483657"/>
          </pc:sldLayoutMkLst>
        </pc:sldLayoutChg>
      </pc:sldMasterChg>
      <pc:sldMasterChg chg="del delSldLayout">
        <pc:chgData name="Antonios Sotiriou" userId="f9d563ee24b4f8cd" providerId="LiveId" clId="{885BA2ED-02AD-4824-AA11-05E4770634C6}" dt="2026-06-20T08:39:51.603" v="6"/>
        <pc:sldMasterMkLst>
          <pc:docMk/>
          <pc:sldMasterMk cId="0" sldId="2147483658"/>
        </pc:sldMasterMkLst>
        <pc:sldLayoutChg chg="del">
          <pc:chgData name="Antonios Sotiriou" userId="f9d563ee24b4f8cd" providerId="LiveId" clId="{885BA2ED-02AD-4824-AA11-05E4770634C6}" dt="2026-06-20T08:39:51.603" v="6"/>
          <pc:sldLayoutMkLst>
            <pc:docMk/>
            <pc:sldMasterMk cId="0" sldId="2147483658"/>
            <pc:sldLayoutMk cId="0" sldId="2147483659"/>
          </pc:sldLayoutMkLst>
        </pc:sldLayoutChg>
      </pc:sldMasterChg>
      <pc:sldMasterChg chg="del delSldLayout">
        <pc:chgData name="Antonios Sotiriou" userId="f9d563ee24b4f8cd" providerId="LiveId" clId="{885BA2ED-02AD-4824-AA11-05E4770634C6}" dt="2026-06-20T08:39:51.603" v="6"/>
        <pc:sldMasterMkLst>
          <pc:docMk/>
          <pc:sldMasterMk cId="0" sldId="2147483660"/>
        </pc:sldMasterMkLst>
        <pc:sldLayoutChg chg="del">
          <pc:chgData name="Antonios Sotiriou" userId="f9d563ee24b4f8cd" providerId="LiveId" clId="{885BA2ED-02AD-4824-AA11-05E4770634C6}" dt="2026-06-20T08:39:51.603" v="6"/>
          <pc:sldLayoutMkLst>
            <pc:docMk/>
            <pc:sldMasterMk cId="0" sldId="2147483660"/>
            <pc:sldLayoutMk cId="0" sldId="2147483661"/>
          </pc:sldLayoutMkLst>
        </pc:sldLayoutChg>
      </pc:sldMasterChg>
      <pc:sldMasterChg chg="del delSldLayout">
        <pc:chgData name="Antonios Sotiriou" userId="f9d563ee24b4f8cd" providerId="LiveId" clId="{885BA2ED-02AD-4824-AA11-05E4770634C6}" dt="2026-06-20T08:39:51.603" v="6"/>
        <pc:sldMasterMkLst>
          <pc:docMk/>
          <pc:sldMasterMk cId="0" sldId="2147483662"/>
        </pc:sldMasterMkLst>
        <pc:sldLayoutChg chg="del">
          <pc:chgData name="Antonios Sotiriou" userId="f9d563ee24b4f8cd" providerId="LiveId" clId="{885BA2ED-02AD-4824-AA11-05E4770634C6}" dt="2026-06-20T08:39:51.603" v="6"/>
          <pc:sldLayoutMkLst>
            <pc:docMk/>
            <pc:sldMasterMk cId="0" sldId="2147483662"/>
            <pc:sldLayoutMk cId="0" sldId="2147483663"/>
          </pc:sldLayoutMkLst>
        </pc:sldLayoutChg>
      </pc:sldMasterChg>
      <pc:sldMasterChg chg="del delSldLayout">
        <pc:chgData name="Antonios Sotiriou" userId="f9d563ee24b4f8cd" providerId="LiveId" clId="{885BA2ED-02AD-4824-AA11-05E4770634C6}" dt="2026-06-20T08:39:51.603" v="6"/>
        <pc:sldMasterMkLst>
          <pc:docMk/>
          <pc:sldMasterMk cId="0" sldId="2147483666"/>
        </pc:sldMasterMkLst>
        <pc:sldLayoutChg chg="del">
          <pc:chgData name="Antonios Sotiriou" userId="f9d563ee24b4f8cd" providerId="LiveId" clId="{885BA2ED-02AD-4824-AA11-05E4770634C6}" dt="2026-06-20T08:39:51.603" v="6"/>
          <pc:sldLayoutMkLst>
            <pc:docMk/>
            <pc:sldMasterMk cId="0" sldId="2147483666"/>
            <pc:sldLayoutMk cId="0" sldId="2147483667"/>
          </pc:sldLayoutMkLst>
        </pc:sldLayoutChg>
      </pc:sldMasterChg>
      <pc:sldMasterChg chg="del delSldLayout">
        <pc:chgData name="Antonios Sotiriou" userId="f9d563ee24b4f8cd" providerId="LiveId" clId="{885BA2ED-02AD-4824-AA11-05E4770634C6}" dt="2026-06-20T08:39:51.603" v="6"/>
        <pc:sldMasterMkLst>
          <pc:docMk/>
          <pc:sldMasterMk cId="0" sldId="2147483668"/>
        </pc:sldMasterMkLst>
        <pc:sldLayoutChg chg="del">
          <pc:chgData name="Antonios Sotiriou" userId="f9d563ee24b4f8cd" providerId="LiveId" clId="{885BA2ED-02AD-4824-AA11-05E4770634C6}" dt="2026-06-20T08:39:51.603" v="6"/>
          <pc:sldLayoutMkLst>
            <pc:docMk/>
            <pc:sldMasterMk cId="0" sldId="2147483668"/>
            <pc:sldLayoutMk cId="0" sldId="2147483669"/>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Aptos"/>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indent="0" algn="ctr">
              <a:buNone/>
            </a:pPr>
            <a:endParaRPr lang="de-DE" sz="3200" b="0" strike="noStrike" spc="-1">
              <a:solidFill>
                <a:srgbClr val="000000"/>
              </a:solidFill>
              <a:latin typeface="Arial"/>
            </a:endParaRPr>
          </a:p>
        </p:txBody>
      </p:sp>
      <p:sp>
        <p:nvSpPr>
          <p:cNvPr id="4" name="PlaceHolder 3"/>
          <p:cNvSpPr>
            <a:spLocks noGrp="1"/>
          </p:cNvSpPr>
          <p:nvPr>
            <p:ph type="ftr" idx="2"/>
          </p:nvPr>
        </p:nvSpPr>
        <p:spPr/>
        <p:txBody>
          <a:bodyPr/>
          <a:lstStyle/>
          <a:p>
            <a:r>
              <a:t>Footer</a:t>
            </a:r>
          </a:p>
        </p:txBody>
      </p:sp>
      <p:sp>
        <p:nvSpPr>
          <p:cNvPr id="2" name="PlaceHolder 4"/>
          <p:cNvSpPr>
            <a:spLocks noGrp="1"/>
          </p:cNvSpPr>
          <p:nvPr>
            <p:ph type="sldNum" idx="3"/>
          </p:nvPr>
        </p:nvSpPr>
        <p:spPr/>
        <p:txBody>
          <a:bodyPr/>
          <a:lstStyle/>
          <a:p>
            <a:fld id="{8A27CD8B-B5D4-41D6-85AF-DE5C8FE090A7}" type="slidenum">
              <a:t>‹Nr.›</a:t>
            </a:fld>
            <a:endParaRPr/>
          </a:p>
        </p:txBody>
      </p:sp>
      <p:sp>
        <p:nvSpPr>
          <p:cNvPr id="3" name="PlaceHolder 5"/>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821DB61A-CBAB-4D16-84FE-E2AF2B940108}" type="slidenum">
              <a:t>‹Nr.›</a:t>
            </a:fld>
            <a:endParaRPr/>
          </a:p>
        </p:txBody>
      </p:sp>
      <p:sp>
        <p:nvSpPr>
          <p:cNvPr id="4" name="PlaceHolder 3"/>
          <p:cNvSpPr>
            <a:spLocks noGrp="1"/>
          </p:cNvSpPr>
          <p:nvPr>
            <p:ph type="dt" idx="25"/>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p>
            <a:pPr indent="0" algn="ctr" defTabSz="914400">
              <a:lnSpc>
                <a:spcPct val="90000"/>
              </a:lnSpc>
              <a:buNone/>
            </a:pPr>
            <a:r>
              <a:rPr lang="de-DE" sz="6000" b="0" strike="noStrike" spc="-1">
                <a:solidFill>
                  <a:schemeClr val="dk1"/>
                </a:solidFill>
                <a:latin typeface="Aptos Display"/>
              </a:rPr>
              <a:t>Mastertitelformat bearbeiten</a:t>
            </a:r>
            <a:endParaRPr lang="de-DE" sz="6000" b="0" strike="noStrike" spc="-1">
              <a:solidFill>
                <a:schemeClr val="dk1"/>
              </a:solidFill>
              <a:latin typeface="Aptos"/>
            </a:endParaRPr>
          </a:p>
        </p:txBody>
      </p:sp>
      <p:sp>
        <p:nvSpPr>
          <p:cNvPr id="6" name="PlaceHolder 2"/>
          <p:cNvSpPr>
            <a:spLocks noGrp="1"/>
          </p:cNvSpPr>
          <p:nvPr>
            <p:ph type="dt" idx="1"/>
          </p:nvPr>
        </p:nvSpPr>
        <p:spPr>
          <a:xfrm>
            <a:off x="838080" y="6356520"/>
            <a:ext cx="2742840" cy="364680"/>
          </a:xfrm>
          <a:prstGeom prst="rect">
            <a:avLst/>
          </a:prstGeom>
          <a:noFill/>
          <a:ln w="0">
            <a:noFill/>
          </a:ln>
        </p:spPr>
        <p:txBody>
          <a:bodyPr lIns="91440" tIns="45720" rIns="91440" bIns="45720" anchor="ctr">
            <a:noAutofit/>
          </a:bodyPr>
          <a:lstStyle>
            <a:lvl1pPr indent="0" defTabSz="914400">
              <a:lnSpc>
                <a:spcPct val="100000"/>
              </a:lnSpc>
              <a:buNone/>
              <a:defRPr lang="de-AT" sz="1200" b="0" strike="noStrike" spc="-1">
                <a:solidFill>
                  <a:schemeClr val="dk1">
                    <a:tint val="82000"/>
                  </a:schemeClr>
                </a:solidFill>
                <a:latin typeface="Aptos"/>
              </a:defRPr>
            </a:lvl1pPr>
          </a:lstStyle>
          <a:p>
            <a:pPr indent="0" defTabSz="914400">
              <a:lnSpc>
                <a:spcPct val="100000"/>
              </a:lnSpc>
              <a:buNone/>
            </a:pPr>
            <a:r>
              <a:rPr lang="de-AT" sz="1200" b="0" strike="noStrike" spc="-1">
                <a:solidFill>
                  <a:schemeClr val="dk1">
                    <a:tint val="82000"/>
                  </a:schemeClr>
                </a:solidFill>
                <a:latin typeface="Aptos"/>
              </a:rPr>
              <a:t>&lt;Datum/Uhrzeit&gt;</a:t>
            </a:r>
            <a:endParaRPr lang="de-DE" sz="1200" b="0" strike="noStrike" spc="-1">
              <a:solidFill>
                <a:srgbClr val="000000"/>
              </a:solidFill>
              <a:latin typeface="Times New Roman"/>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de-AT" sz="1200" b="0" strike="noStrike" spc="-1">
                <a:solidFill>
                  <a:schemeClr val="dk1">
                    <a:tint val="82000"/>
                  </a:schemeClr>
                </a:solidFill>
                <a:latin typeface="Aptos"/>
              </a:defRPr>
            </a:lvl1pPr>
          </a:lstStyle>
          <a:p>
            <a:pPr indent="0" algn="r" defTabSz="914400">
              <a:lnSpc>
                <a:spcPct val="100000"/>
              </a:lnSpc>
              <a:buNone/>
            </a:pPr>
            <a:fld id="{0B35FC17-E4A2-4609-8D3F-B55C38D05C7C}" type="slidenum">
              <a:rPr lang="de-AT" sz="1200" b="0" strike="noStrike" spc="-1">
                <a:solidFill>
                  <a:schemeClr val="dk1">
                    <a:tint val="82000"/>
                  </a:schemeClr>
                </a:solidFill>
                <a:latin typeface="Aptos"/>
              </a:rPr>
              <a:t>‹Nr.›</a:t>
            </a:fld>
            <a:endParaRPr lang="de-DE" sz="1200" b="0" strike="noStrike" spc="-1">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de-DE" sz="2800" b="0" strike="noStrike" spc="-1">
                <a:solidFill>
                  <a:schemeClr val="dk1"/>
                </a:solidFill>
                <a:latin typeface="Aptos"/>
              </a:rPr>
              <a:t>Format des Gliederungstextes durch Klicken bearbeiten</a:t>
            </a:r>
          </a:p>
          <a:p>
            <a:pPr marL="864000" lvl="1" indent="-324000">
              <a:lnSpc>
                <a:spcPct val="90000"/>
              </a:lnSpc>
              <a:spcBef>
                <a:spcPts val="1134"/>
              </a:spcBef>
              <a:buClr>
                <a:srgbClr val="000000"/>
              </a:buClr>
              <a:buSzPct val="75000"/>
              <a:buFont typeface="Symbol" charset="2"/>
              <a:buChar char=""/>
            </a:pPr>
            <a:r>
              <a:rPr lang="de-DE" sz="2000" b="0" strike="noStrike" spc="-1">
                <a:solidFill>
                  <a:schemeClr val="dk1"/>
                </a:solidFill>
                <a:latin typeface="Aptos"/>
              </a:rPr>
              <a:t>Zweite Gliederungsebene</a:t>
            </a:r>
          </a:p>
          <a:p>
            <a:pPr marL="1296000" lvl="2" indent="-288000">
              <a:lnSpc>
                <a:spcPct val="90000"/>
              </a:lnSpc>
              <a:spcBef>
                <a:spcPts val="850"/>
              </a:spcBef>
              <a:buClr>
                <a:srgbClr val="000000"/>
              </a:buClr>
              <a:buSzPct val="45000"/>
              <a:buFont typeface="Wingdings" charset="2"/>
              <a:buChar char=""/>
            </a:pPr>
            <a:r>
              <a:rPr lang="de-DE" sz="1800" b="0" strike="noStrike" spc="-1">
                <a:solidFill>
                  <a:schemeClr val="dk1"/>
                </a:solidFill>
                <a:latin typeface="Aptos"/>
              </a:rPr>
              <a:t>Dritte Gliederungsebene</a:t>
            </a:r>
          </a:p>
          <a:p>
            <a:pPr marL="1728000" lvl="3" indent="-216000">
              <a:lnSpc>
                <a:spcPct val="90000"/>
              </a:lnSpc>
              <a:spcBef>
                <a:spcPts val="567"/>
              </a:spcBef>
              <a:buClr>
                <a:srgbClr val="000000"/>
              </a:buClr>
              <a:buSzPct val="75000"/>
              <a:buFont typeface="Symbol" charset="2"/>
              <a:buChar char=""/>
            </a:pPr>
            <a:r>
              <a:rPr lang="de-DE" sz="1800" b="0" strike="noStrike" spc="-1">
                <a:solidFill>
                  <a:schemeClr val="dk1"/>
                </a:solidFill>
                <a:latin typeface="Aptos"/>
              </a:rPr>
              <a:t>Vierte Gliederungsebene</a:t>
            </a:r>
          </a:p>
          <a:p>
            <a:pPr marL="2160000" lvl="4" indent="-216000">
              <a:lnSpc>
                <a:spcPct val="90000"/>
              </a:lnSpc>
              <a:spcBef>
                <a:spcPts val="283"/>
              </a:spcBef>
              <a:buClr>
                <a:srgbClr val="000000"/>
              </a:buClr>
              <a:buSzPct val="45000"/>
              <a:buFont typeface="Wingdings" charset="2"/>
              <a:buChar char=""/>
            </a:pPr>
            <a:r>
              <a:rPr lang="de-DE" sz="2000" b="0" strike="noStrike" spc="-1">
                <a:solidFill>
                  <a:schemeClr val="dk1"/>
                </a:solidFill>
                <a:latin typeface="Aptos"/>
              </a:rPr>
              <a:t>Fünfte Gliederungsebene</a:t>
            </a:r>
          </a:p>
          <a:p>
            <a:pPr marL="2592000" lvl="5" indent="-216000">
              <a:lnSpc>
                <a:spcPct val="90000"/>
              </a:lnSpc>
              <a:spcBef>
                <a:spcPts val="283"/>
              </a:spcBef>
              <a:buClr>
                <a:srgbClr val="000000"/>
              </a:buClr>
              <a:buSzPct val="45000"/>
              <a:buFont typeface="Wingdings" charset="2"/>
              <a:buChar char=""/>
            </a:pPr>
            <a:r>
              <a:rPr lang="de-DE" sz="2000" b="0" strike="noStrike" spc="-1">
                <a:solidFill>
                  <a:schemeClr val="dk1"/>
                </a:solidFill>
                <a:latin typeface="Aptos"/>
              </a:rPr>
              <a:t>Sechste Gliederungsebene</a:t>
            </a:r>
          </a:p>
          <a:p>
            <a:pPr marL="3024000" lvl="6" indent="-216000">
              <a:lnSpc>
                <a:spcPct val="90000"/>
              </a:lnSpc>
              <a:spcBef>
                <a:spcPts val="283"/>
              </a:spcBef>
              <a:buClr>
                <a:srgbClr val="000000"/>
              </a:buClr>
              <a:buSzPct val="45000"/>
              <a:buFont typeface="Wingdings" charset="2"/>
              <a:buChar char=""/>
            </a:pPr>
            <a:r>
              <a:rPr lang="de-DE" sz="2000" b="0" strike="noStrike" spc="-1">
                <a:solidFill>
                  <a:schemeClr val="dk1"/>
                </a:solidFill>
                <a:latin typeface="Aptos"/>
              </a:rPr>
              <a:t>Siebte Gliederungsebene</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PlaceHolder 1"/>
          <p:cNvSpPr>
            <a:spLocks noGrp="1"/>
          </p:cNvSpPr>
          <p:nvPr>
            <p:ph type="dt" idx="25"/>
          </p:nvPr>
        </p:nvSpPr>
        <p:spPr>
          <a:xfrm>
            <a:off x="838080" y="6356520"/>
            <a:ext cx="2742840" cy="364680"/>
          </a:xfrm>
          <a:prstGeom prst="rect">
            <a:avLst/>
          </a:prstGeom>
          <a:noFill/>
          <a:ln w="0">
            <a:noFill/>
          </a:ln>
        </p:spPr>
        <p:txBody>
          <a:bodyPr lIns="91440" tIns="45720" rIns="91440" bIns="45720" anchor="ctr">
            <a:noAutofit/>
          </a:bodyPr>
          <a:lstStyle>
            <a:lvl1pPr indent="0" defTabSz="914400">
              <a:lnSpc>
                <a:spcPct val="100000"/>
              </a:lnSpc>
              <a:buNone/>
              <a:defRPr lang="de-AT" sz="1200" b="0" strike="noStrike" spc="-1">
                <a:solidFill>
                  <a:schemeClr val="dk1">
                    <a:tint val="82000"/>
                  </a:schemeClr>
                </a:solidFill>
                <a:latin typeface="Aptos"/>
              </a:defRPr>
            </a:lvl1pPr>
          </a:lstStyle>
          <a:p>
            <a:pPr indent="0" defTabSz="914400">
              <a:lnSpc>
                <a:spcPct val="100000"/>
              </a:lnSpc>
              <a:buNone/>
            </a:pPr>
            <a:r>
              <a:rPr lang="de-AT" sz="1200" b="0" strike="noStrike" spc="-1">
                <a:solidFill>
                  <a:schemeClr val="dk1">
                    <a:tint val="82000"/>
                  </a:schemeClr>
                </a:solidFill>
                <a:latin typeface="Aptos"/>
              </a:rPr>
              <a:t>&lt;Datum/Uhrzeit&gt;</a:t>
            </a:r>
            <a:endParaRPr lang="de-DE" sz="1200" b="0" strike="noStrike" spc="-1">
              <a:solidFill>
                <a:srgbClr val="000000"/>
              </a:solidFill>
              <a:latin typeface="Times New Roman"/>
            </a:endParaRPr>
          </a:p>
        </p:txBody>
      </p:sp>
      <p:sp>
        <p:nvSpPr>
          <p:cNvPr id="52" name="PlaceHolder 2"/>
          <p:cNvSpPr>
            <a:spLocks noGrp="1"/>
          </p:cNvSpPr>
          <p:nvPr>
            <p:ph type="ftr" idx="26"/>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53" name="PlaceHolder 3"/>
          <p:cNvSpPr>
            <a:spLocks noGrp="1"/>
          </p:cNvSpPr>
          <p:nvPr>
            <p:ph type="sldNum" idx="27"/>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de-AT" sz="1200" b="0" strike="noStrike" spc="-1">
                <a:solidFill>
                  <a:schemeClr val="dk1">
                    <a:tint val="82000"/>
                  </a:schemeClr>
                </a:solidFill>
                <a:latin typeface="Aptos"/>
              </a:defRPr>
            </a:lvl1pPr>
          </a:lstStyle>
          <a:p>
            <a:pPr indent="0" algn="r" defTabSz="914400">
              <a:lnSpc>
                <a:spcPct val="100000"/>
              </a:lnSpc>
              <a:buNone/>
            </a:pPr>
            <a:fld id="{29C998E9-76EF-442E-9D89-C5D5D1AD365B}" type="slidenum">
              <a:rPr lang="de-AT" sz="1200" b="0" strike="noStrike" spc="-1">
                <a:solidFill>
                  <a:schemeClr val="dk1">
                    <a:tint val="82000"/>
                  </a:schemeClr>
                </a:solidFill>
                <a:latin typeface="Aptos"/>
              </a:rPr>
              <a:t>‹Nr.›</a:t>
            </a:fld>
            <a:endParaRPr lang="de-DE" sz="1200" b="0" strike="noStrike" spc="-1">
              <a:solidFill>
                <a:srgbClr val="000000"/>
              </a:solidFill>
              <a:latin typeface="Times New Roman"/>
            </a:endParaRPr>
          </a:p>
        </p:txBody>
      </p:sp>
      <p:sp>
        <p:nvSpPr>
          <p:cNvPr id="54"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de-DE" sz="1800" b="0" strike="noStrike" spc="-1">
                <a:solidFill>
                  <a:schemeClr val="dk1"/>
                </a:solidFill>
                <a:latin typeface="Aptos"/>
              </a:rPr>
              <a:t>Format des Titeltextes durch Klicken bearbeiten</a:t>
            </a:r>
          </a:p>
        </p:txBody>
      </p:sp>
      <p:sp>
        <p:nvSpPr>
          <p:cNvPr id="55"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de-DE" sz="2800" b="0" strike="noStrike" spc="-1">
                <a:solidFill>
                  <a:schemeClr val="dk1"/>
                </a:solidFill>
                <a:latin typeface="Aptos"/>
              </a:rPr>
              <a:t>Format des Gliederungstextes durch Klicken bearbeiten</a:t>
            </a:r>
          </a:p>
          <a:p>
            <a:pPr marL="864000" lvl="1" indent="-324000">
              <a:lnSpc>
                <a:spcPct val="90000"/>
              </a:lnSpc>
              <a:spcBef>
                <a:spcPts val="1134"/>
              </a:spcBef>
              <a:buClr>
                <a:srgbClr val="000000"/>
              </a:buClr>
              <a:buSzPct val="75000"/>
              <a:buFont typeface="Symbol" charset="2"/>
              <a:buChar char=""/>
            </a:pPr>
            <a:r>
              <a:rPr lang="de-DE" sz="2000" b="0" strike="noStrike" spc="-1">
                <a:solidFill>
                  <a:schemeClr val="dk1"/>
                </a:solidFill>
                <a:latin typeface="Aptos"/>
              </a:rPr>
              <a:t>Zweite Gliederungsebene</a:t>
            </a:r>
          </a:p>
          <a:p>
            <a:pPr marL="1296000" lvl="2" indent="-288000">
              <a:lnSpc>
                <a:spcPct val="90000"/>
              </a:lnSpc>
              <a:spcBef>
                <a:spcPts val="850"/>
              </a:spcBef>
              <a:buClr>
                <a:srgbClr val="000000"/>
              </a:buClr>
              <a:buSzPct val="45000"/>
              <a:buFont typeface="Wingdings" charset="2"/>
              <a:buChar char=""/>
            </a:pPr>
            <a:r>
              <a:rPr lang="de-DE" sz="1800" b="0" strike="noStrike" spc="-1">
                <a:solidFill>
                  <a:schemeClr val="dk1"/>
                </a:solidFill>
                <a:latin typeface="Aptos"/>
              </a:rPr>
              <a:t>Dritte Gliederungsebene</a:t>
            </a:r>
          </a:p>
          <a:p>
            <a:pPr marL="1728000" lvl="3" indent="-216000">
              <a:lnSpc>
                <a:spcPct val="90000"/>
              </a:lnSpc>
              <a:spcBef>
                <a:spcPts val="567"/>
              </a:spcBef>
              <a:buClr>
                <a:srgbClr val="000000"/>
              </a:buClr>
              <a:buSzPct val="75000"/>
              <a:buFont typeface="Symbol" charset="2"/>
              <a:buChar char=""/>
            </a:pPr>
            <a:r>
              <a:rPr lang="de-DE" sz="1800" b="0" strike="noStrike" spc="-1">
                <a:solidFill>
                  <a:schemeClr val="dk1"/>
                </a:solidFill>
                <a:latin typeface="Aptos"/>
              </a:rPr>
              <a:t>Vierte Gliederungsebene</a:t>
            </a:r>
          </a:p>
          <a:p>
            <a:pPr marL="2160000" lvl="4" indent="-216000">
              <a:lnSpc>
                <a:spcPct val="90000"/>
              </a:lnSpc>
              <a:spcBef>
                <a:spcPts val="283"/>
              </a:spcBef>
              <a:buClr>
                <a:srgbClr val="000000"/>
              </a:buClr>
              <a:buSzPct val="45000"/>
              <a:buFont typeface="Wingdings" charset="2"/>
              <a:buChar char=""/>
            </a:pPr>
            <a:r>
              <a:rPr lang="de-DE" sz="2000" b="0" strike="noStrike" spc="-1">
                <a:solidFill>
                  <a:schemeClr val="dk1"/>
                </a:solidFill>
                <a:latin typeface="Aptos"/>
              </a:rPr>
              <a:t>Fünfte Gliederungsebene</a:t>
            </a:r>
          </a:p>
          <a:p>
            <a:pPr marL="2592000" lvl="5" indent="-216000">
              <a:lnSpc>
                <a:spcPct val="90000"/>
              </a:lnSpc>
              <a:spcBef>
                <a:spcPts val="283"/>
              </a:spcBef>
              <a:buClr>
                <a:srgbClr val="000000"/>
              </a:buClr>
              <a:buSzPct val="45000"/>
              <a:buFont typeface="Wingdings" charset="2"/>
              <a:buChar char=""/>
            </a:pPr>
            <a:r>
              <a:rPr lang="de-DE" sz="2000" b="0" strike="noStrike" spc="-1">
                <a:solidFill>
                  <a:schemeClr val="dk1"/>
                </a:solidFill>
                <a:latin typeface="Aptos"/>
              </a:rPr>
              <a:t>Sechste Gliederungsebene</a:t>
            </a:r>
          </a:p>
          <a:p>
            <a:pPr marL="3024000" lvl="6" indent="-216000">
              <a:lnSpc>
                <a:spcPct val="90000"/>
              </a:lnSpc>
              <a:spcBef>
                <a:spcPts val="283"/>
              </a:spcBef>
              <a:buClr>
                <a:srgbClr val="000000"/>
              </a:buClr>
              <a:buSzPct val="45000"/>
              <a:buFont typeface="Wingdings" charset="2"/>
              <a:buChar char=""/>
            </a:pPr>
            <a:r>
              <a:rPr lang="de-DE" sz="2000" b="0" strike="noStrike" spc="-1">
                <a:solidFill>
                  <a:schemeClr val="dk1"/>
                </a:solidFill>
                <a:latin typeface="Aptos"/>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PlaceHolder 1"/>
          <p:cNvSpPr>
            <a:spLocks noGrp="1"/>
          </p:cNvSpPr>
          <p:nvPr>
            <p:ph type="title"/>
          </p:nvPr>
        </p:nvSpPr>
        <p:spPr>
          <a:xfrm>
            <a:off x="1523880" y="0"/>
            <a:ext cx="9143640" cy="1106640"/>
          </a:xfrm>
          <a:prstGeom prst="rect">
            <a:avLst/>
          </a:prstGeom>
          <a:noFill/>
          <a:ln w="0">
            <a:noFill/>
          </a:ln>
        </p:spPr>
        <p:txBody>
          <a:bodyPr lIns="91440" tIns="45720" rIns="91440" bIns="45720" anchor="b">
            <a:normAutofit/>
          </a:bodyPr>
          <a:lstStyle/>
          <a:p>
            <a:pPr indent="0" algn="ctr" defTabSz="914400">
              <a:lnSpc>
                <a:spcPct val="90000"/>
              </a:lnSpc>
              <a:buNone/>
            </a:pPr>
            <a:r>
              <a:rPr lang="de-AT" sz="6000" b="0" strike="noStrike" spc="-1">
                <a:solidFill>
                  <a:schemeClr val="dk1"/>
                </a:solidFill>
                <a:latin typeface="Aptos Display"/>
              </a:rPr>
              <a:t>RetroBattle</a:t>
            </a:r>
            <a:endParaRPr lang="de-DE" sz="6000" b="0" strike="noStrike" spc="-1">
              <a:solidFill>
                <a:schemeClr val="dk1"/>
              </a:solidFill>
              <a:latin typeface="Aptos"/>
            </a:endParaRPr>
          </a:p>
        </p:txBody>
      </p:sp>
      <p:sp>
        <p:nvSpPr>
          <p:cNvPr id="69" name="PlaceHolder 2"/>
          <p:cNvSpPr>
            <a:spLocks noGrp="1"/>
          </p:cNvSpPr>
          <p:nvPr>
            <p:ph type="subTitle"/>
          </p:nvPr>
        </p:nvSpPr>
        <p:spPr>
          <a:xfrm>
            <a:off x="1523880" y="1213920"/>
            <a:ext cx="9143640" cy="732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AT" sz="4000" b="0" strike="noStrike" spc="-1">
                <a:solidFill>
                  <a:schemeClr val="dk1"/>
                </a:solidFill>
                <a:latin typeface="Aptos"/>
              </a:rPr>
              <a:t>Team</a:t>
            </a:r>
            <a:r>
              <a:rPr lang="de-AT" sz="2400" b="0" strike="noStrike" spc="-1">
                <a:solidFill>
                  <a:schemeClr val="dk1"/>
                </a:solidFill>
                <a:latin typeface="Aptos"/>
              </a:rPr>
              <a:t> </a:t>
            </a:r>
            <a:r>
              <a:rPr lang="de-AT" sz="4000" b="0" strike="noStrike" spc="-1">
                <a:solidFill>
                  <a:schemeClr val="dk1"/>
                </a:solidFill>
                <a:latin typeface="Aptos"/>
              </a:rPr>
              <a:t>4</a:t>
            </a:r>
            <a:endParaRPr lang="de-DE" sz="4000" b="0" strike="noStrike" spc="-1">
              <a:solidFill>
                <a:srgbClr val="000000"/>
              </a:solidFill>
              <a:latin typeface="Arial"/>
            </a:endParaRPr>
          </a:p>
        </p:txBody>
      </p:sp>
      <p:sp>
        <p:nvSpPr>
          <p:cNvPr id="70" name="Textfeld 3"/>
          <p:cNvSpPr/>
          <p:nvPr/>
        </p:nvSpPr>
        <p:spPr>
          <a:xfrm>
            <a:off x="407520" y="2053440"/>
            <a:ext cx="11376360" cy="4113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400" b="1" strike="noStrike" spc="-1">
                <a:solidFill>
                  <a:schemeClr val="dk1"/>
                </a:solidFill>
                <a:latin typeface="Aptos"/>
              </a:rPr>
              <a:t>Project Supervisor</a:t>
            </a:r>
            <a:endParaRPr lang="de-DE" sz="2400" b="0" strike="noStrike" spc="-1">
              <a:solidFill>
                <a:srgbClr val="000000"/>
              </a:solidFill>
              <a:latin typeface="Arial"/>
            </a:endParaRPr>
          </a:p>
          <a:p>
            <a:pPr algn="ctr" defTabSz="914400">
              <a:lnSpc>
                <a:spcPct val="100000"/>
              </a:lnSpc>
            </a:pPr>
            <a:r>
              <a:rPr lang="en-US" sz="2400" b="0" strike="noStrike" spc="-1">
                <a:solidFill>
                  <a:schemeClr val="dk1"/>
                </a:solidFill>
                <a:latin typeface="Aptos"/>
              </a:rPr>
              <a:t>Elmin Smajlovic, MSc.</a:t>
            </a:r>
            <a:endParaRPr lang="de-DE" sz="2400" b="0" strike="noStrike" spc="-1">
              <a:solidFill>
                <a:srgbClr val="000000"/>
              </a:solidFill>
              <a:latin typeface="Arial"/>
            </a:endParaRPr>
          </a:p>
          <a:p>
            <a:pPr algn="ctr" defTabSz="914400">
              <a:lnSpc>
                <a:spcPct val="100000"/>
              </a:lnSpc>
            </a:pPr>
            <a:r>
              <a:rPr lang="en-US" sz="2400" b="0" strike="noStrike" spc="-1">
                <a:solidFill>
                  <a:schemeClr val="dk1"/>
                </a:solidFill>
                <a:latin typeface="Aptos"/>
              </a:rPr>
              <a:t> </a:t>
            </a:r>
            <a:endParaRPr lang="de-DE" sz="2400" b="0" strike="noStrike" spc="-1">
              <a:solidFill>
                <a:srgbClr val="000000"/>
              </a:solidFill>
              <a:latin typeface="Arial"/>
            </a:endParaRPr>
          </a:p>
          <a:p>
            <a:pPr algn="ctr" defTabSz="914400">
              <a:lnSpc>
                <a:spcPct val="100000"/>
              </a:lnSpc>
            </a:pPr>
            <a:r>
              <a:rPr lang="en-US" sz="2400" b="1" strike="noStrike" spc="-1">
                <a:solidFill>
                  <a:schemeClr val="dk1"/>
                </a:solidFill>
                <a:latin typeface="Aptos"/>
              </a:rPr>
              <a:t>Project lead of students</a:t>
            </a:r>
            <a:endParaRPr lang="de-DE" sz="2400" b="0" strike="noStrike" spc="-1">
              <a:solidFill>
                <a:srgbClr val="000000"/>
              </a:solidFill>
              <a:latin typeface="Arial"/>
            </a:endParaRPr>
          </a:p>
          <a:p>
            <a:pPr algn="ctr" defTabSz="914400">
              <a:lnSpc>
                <a:spcPct val="100000"/>
              </a:lnSpc>
            </a:pPr>
            <a:r>
              <a:rPr lang="en-US" sz="2400" b="0" strike="noStrike" spc="-1">
                <a:solidFill>
                  <a:schemeClr val="dk1"/>
                </a:solidFill>
                <a:latin typeface="Aptos"/>
              </a:rPr>
              <a:t>Antonios Sotiriou                        if25b287@technikum-wien.at</a:t>
            </a:r>
            <a:endParaRPr lang="de-DE" sz="2400" b="0" strike="noStrike" spc="-1">
              <a:solidFill>
                <a:srgbClr val="000000"/>
              </a:solidFill>
              <a:latin typeface="Arial"/>
            </a:endParaRPr>
          </a:p>
          <a:p>
            <a:pPr algn="ctr" defTabSz="914400">
              <a:lnSpc>
                <a:spcPct val="100000"/>
              </a:lnSpc>
            </a:pPr>
            <a:r>
              <a:rPr lang="en-US" sz="2400" b="0" strike="noStrike" spc="-1">
                <a:solidFill>
                  <a:schemeClr val="dk1"/>
                </a:solidFill>
                <a:latin typeface="Aptos"/>
              </a:rPr>
              <a:t> </a:t>
            </a:r>
            <a:endParaRPr lang="de-DE" sz="2400" b="0" strike="noStrike" spc="-1">
              <a:solidFill>
                <a:srgbClr val="000000"/>
              </a:solidFill>
              <a:latin typeface="Arial"/>
            </a:endParaRPr>
          </a:p>
          <a:p>
            <a:pPr algn="ctr" defTabSz="914400">
              <a:lnSpc>
                <a:spcPct val="100000"/>
              </a:lnSpc>
            </a:pPr>
            <a:r>
              <a:rPr lang="en-US" sz="2400" b="1" strike="noStrike" spc="-1">
                <a:solidFill>
                  <a:schemeClr val="dk1"/>
                </a:solidFill>
                <a:latin typeface="Aptos"/>
              </a:rPr>
              <a:t>Project members (Developers-Students)</a:t>
            </a:r>
            <a:endParaRPr lang="de-DE" sz="2400" b="0" strike="noStrike" spc="-1">
              <a:solidFill>
                <a:srgbClr val="000000"/>
              </a:solidFill>
              <a:latin typeface="Arial"/>
            </a:endParaRPr>
          </a:p>
          <a:p>
            <a:pPr algn="ctr" defTabSz="914400">
              <a:lnSpc>
                <a:spcPct val="100000"/>
              </a:lnSpc>
            </a:pPr>
            <a:r>
              <a:rPr lang="en-US" sz="2400" b="0" strike="noStrike" spc="-1">
                <a:solidFill>
                  <a:schemeClr val="dk1"/>
                </a:solidFill>
                <a:latin typeface="Aptos"/>
              </a:rPr>
              <a:t>Julian Döberl                                 if25b256@technikum-wien.at</a:t>
            </a:r>
            <a:endParaRPr lang="de-DE" sz="2400" b="0" strike="noStrike" spc="-1">
              <a:solidFill>
                <a:srgbClr val="000000"/>
              </a:solidFill>
              <a:latin typeface="Arial"/>
            </a:endParaRPr>
          </a:p>
          <a:p>
            <a:pPr algn="ctr" defTabSz="914400">
              <a:lnSpc>
                <a:spcPct val="100000"/>
              </a:lnSpc>
            </a:pPr>
            <a:r>
              <a:rPr lang="en-US" sz="2400" b="0" strike="noStrike" spc="-1">
                <a:solidFill>
                  <a:schemeClr val="dk1"/>
                </a:solidFill>
                <a:latin typeface="Aptos"/>
              </a:rPr>
              <a:t>Karabacek-Shahri Niloufar     if25b137@technikum-wien.at</a:t>
            </a:r>
            <a:endParaRPr lang="de-DE" sz="2400" b="0" strike="noStrike" spc="-1">
              <a:solidFill>
                <a:srgbClr val="000000"/>
              </a:solidFill>
              <a:latin typeface="Arial"/>
            </a:endParaRPr>
          </a:p>
          <a:p>
            <a:pPr algn="ctr" defTabSz="914400">
              <a:lnSpc>
                <a:spcPct val="100000"/>
              </a:lnSpc>
            </a:pPr>
            <a:r>
              <a:rPr lang="en-US" sz="2400" b="0" strike="noStrike" spc="-1">
                <a:solidFill>
                  <a:schemeClr val="dk1"/>
                </a:solidFill>
                <a:latin typeface="Aptos"/>
              </a:rPr>
              <a:t>Karadeniz Alev                              if25b139@technikum-wien.at</a:t>
            </a:r>
            <a:endParaRPr lang="de-DE" sz="2400" b="0" strike="noStrike" spc="-1">
              <a:solidFill>
                <a:srgbClr val="000000"/>
              </a:solidFill>
              <a:latin typeface="Arial"/>
            </a:endParaRPr>
          </a:p>
          <a:p>
            <a:pPr algn="ctr" defTabSz="914400">
              <a:lnSpc>
                <a:spcPct val="100000"/>
              </a:lnSpc>
            </a:pPr>
            <a:r>
              <a:rPr lang="de-AT" sz="2400" b="0" strike="noStrike" spc="-1">
                <a:solidFill>
                  <a:schemeClr val="dk1"/>
                </a:solidFill>
                <a:latin typeface="Aptos"/>
              </a:rPr>
              <a:t>Ermylos Schubart                       if25b154@technikum-wien.at</a:t>
            </a:r>
            <a:endParaRPr lang="de-DE" sz="2400" b="0" strike="noStrike" spc="-1">
              <a:solidFill>
                <a:srgbClr val="000000"/>
              </a:solidFill>
              <a:latin typeface="Arial"/>
            </a:endParaRPr>
          </a:p>
        </p:txBody>
      </p:sp>
      <p:sp>
        <p:nvSpPr>
          <p:cNvPr id="71" name="Textfeld 4"/>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1</a:t>
            </a:r>
            <a:endParaRPr lang="de-DE" sz="18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Textfeld 3"/>
          <p:cNvSpPr/>
          <p:nvPr/>
        </p:nvSpPr>
        <p:spPr>
          <a:xfrm>
            <a:off x="3211200" y="1013040"/>
            <a:ext cx="6315480" cy="9482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457200" indent="-457200" defTabSz="914400">
              <a:lnSpc>
                <a:spcPct val="100000"/>
              </a:lnSpc>
              <a:buClr>
                <a:srgbClr val="000000"/>
              </a:buClr>
              <a:buFont typeface="Arial"/>
              <a:buChar char="•"/>
            </a:pPr>
            <a:r>
              <a:rPr lang="de-AT" sz="2800" b="0" strike="noStrike" spc="-1">
                <a:solidFill>
                  <a:schemeClr val="dk1"/>
                </a:solidFill>
                <a:latin typeface="Aptos"/>
              </a:rPr>
              <a:t>Vorwort                                                     3</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Ziel des Spiels                                      4</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Game Entities                                       5</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Keybindings                                           6</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Start Bildschirm                                   7</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Start Raum                                             8</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Kamffenster                                           9</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Interagieren mit Relics                    10</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Interagieren mit Gatekeeper         11</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Allgemeine Informationen             14</a:t>
            </a:r>
            <a:endParaRPr lang="de-DE" sz="2800" b="0" strike="noStrike" spc="-1">
              <a:solidFill>
                <a:srgbClr val="000000"/>
              </a:solidFill>
              <a:latin typeface="Arial"/>
            </a:endParaRPr>
          </a:p>
          <a:p>
            <a:pPr marL="457200" indent="-457200" defTabSz="914400">
              <a:lnSpc>
                <a:spcPct val="100000"/>
              </a:lnSpc>
              <a:buClr>
                <a:srgbClr val="000000"/>
              </a:buClr>
              <a:buFont typeface="Arial"/>
              <a:buChar char="•"/>
            </a:pPr>
            <a:r>
              <a:rPr lang="de-AT" sz="2800" b="0" strike="noStrike" spc="-1">
                <a:solidFill>
                  <a:schemeClr val="dk1"/>
                </a:solidFill>
                <a:latin typeface="Aptos"/>
              </a:rPr>
              <a:t> Nachwort                                               15</a:t>
            </a:r>
            <a:endParaRPr lang="de-DE" sz="2800" b="0" strike="noStrike" spc="-1">
              <a:solidFill>
                <a:srgbClr val="000000"/>
              </a:solidFill>
              <a:latin typeface="Arial"/>
            </a:endParaRPr>
          </a:p>
        </p:txBody>
      </p:sp>
      <p:sp>
        <p:nvSpPr>
          <p:cNvPr id="73" name="Textfeld 8"/>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2</a:t>
            </a:r>
            <a:endParaRPr lang="de-DE" sz="1800" b="0" strike="noStrike" spc="-1">
              <a:solidFill>
                <a:srgbClr val="00000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Untertitel 2"/>
          <p:cNvSpPr/>
          <p:nvPr/>
        </p:nvSpPr>
        <p:spPr>
          <a:xfrm>
            <a:off x="1523880" y="103140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Vorwort</a:t>
            </a:r>
            <a:endParaRPr lang="de-DE" sz="4000" b="0" strike="noStrike" spc="-1">
              <a:solidFill>
                <a:srgbClr val="000000"/>
              </a:solidFill>
              <a:latin typeface="Arial"/>
            </a:endParaRPr>
          </a:p>
        </p:txBody>
      </p:sp>
      <p:sp>
        <p:nvSpPr>
          <p:cNvPr id="75" name="Textfeld 3"/>
          <p:cNvSpPr/>
          <p:nvPr/>
        </p:nvSpPr>
        <p:spPr>
          <a:xfrm>
            <a:off x="662760" y="1800000"/>
            <a:ext cx="10866240" cy="369186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dirty="0">
                <a:solidFill>
                  <a:schemeClr val="dk1"/>
                </a:solidFill>
                <a:latin typeface="Aptos"/>
              </a:rPr>
              <a:t>Niemand von uns hätte sich vorstellen können, wie schwierig es sein würde, spontan mit einer interessanten, umfangreichen und anspruchsvollen Idee aufzuwarten. Sie sollte nicht nur aufregend sein, sondern auch lehrreich und genügend Raum für die Zusammenarbeit der Teilnehmenden bieten.</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Alle sind mit Ideen erschienen, haben recherchiert und sie dem Team präsentiert. Obwohl alle Vorschläge spannende Projekte hätten werden können, entschieden sich die Teammitglieder nach kurzer Überlegung,</a:t>
            </a:r>
            <a:r>
              <a:rPr lang="de-AT" spc="-1" dirty="0">
                <a:solidFill>
                  <a:schemeClr val="dk1"/>
                </a:solidFill>
                <a:latin typeface="Aptos"/>
              </a:rPr>
              <a:t> </a:t>
            </a:r>
            <a:r>
              <a:rPr lang="de-AT" sz="1800" b="0" strike="noStrike" spc="-1" dirty="0">
                <a:solidFill>
                  <a:schemeClr val="dk1"/>
                </a:solidFill>
                <a:latin typeface="Aptos"/>
              </a:rPr>
              <a:t>einstimmig und mit großer Begeisterung, für das Konsolenspiel.</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Die Gründe dafür lagen, abgesehen von unserer Liebe zu Spielen, in der Kreativität, die erforderlich ist, um ein Spiel mit ASCII‑Kunst zu erschaffen. Zusätzlich würde die Tatsache, dass sämtliche Mechanismen von Grund auf neu entwickelt werden müssen, erheblich zum Lernerlebnis beitragen.</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Daher fühlen wir uns sehr stolz und geehrt, Ihnen das </a:t>
            </a:r>
            <a:r>
              <a:rPr lang="de-AT" sz="1800" b="0" strike="noStrike" spc="-1" dirty="0" err="1">
                <a:solidFill>
                  <a:schemeClr val="dk1"/>
                </a:solidFill>
                <a:latin typeface="Aptos"/>
              </a:rPr>
              <a:t>RetroBattle</a:t>
            </a:r>
            <a:r>
              <a:rPr lang="de-AT" sz="1800" b="0" strike="noStrike" spc="-1" dirty="0">
                <a:solidFill>
                  <a:schemeClr val="dk1"/>
                </a:solidFill>
                <a:latin typeface="Aptos"/>
              </a:rPr>
              <a:t>‑Spiel vorstellen zu dürfen.</a:t>
            </a:r>
            <a:endParaRPr lang="de-DE" sz="1800" b="0" strike="noStrike" spc="-1" dirty="0">
              <a:solidFill>
                <a:srgbClr val="000000"/>
              </a:solidFill>
              <a:latin typeface="Arial"/>
            </a:endParaRPr>
          </a:p>
        </p:txBody>
      </p:sp>
      <p:sp>
        <p:nvSpPr>
          <p:cNvPr id="76" name="Textfeld 1"/>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3</a:t>
            </a:r>
            <a:endParaRPr lang="de-DE" sz="18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Untertitel 2"/>
          <p:cNvSpPr/>
          <p:nvPr/>
        </p:nvSpPr>
        <p:spPr>
          <a:xfrm>
            <a:off x="1523880" y="155232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Ziel des Spiels</a:t>
            </a:r>
            <a:endParaRPr lang="de-DE" sz="4000" b="0" strike="noStrike" spc="-1">
              <a:solidFill>
                <a:srgbClr val="000000"/>
              </a:solidFill>
              <a:latin typeface="Arial"/>
            </a:endParaRPr>
          </a:p>
        </p:txBody>
      </p:sp>
      <p:sp>
        <p:nvSpPr>
          <p:cNvPr id="78" name="Textfeld 3"/>
          <p:cNvSpPr/>
          <p:nvPr/>
        </p:nvSpPr>
        <p:spPr>
          <a:xfrm>
            <a:off x="662760" y="2551680"/>
            <a:ext cx="10866240" cy="283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Ziel des Spiels ist es, Loreen dabei zu helfen, einen Ausgang aus dieser dunklen und von Gefahren erfüllten Welt zu finden. Um das zu schaffen, muss unsere Heldin verschiedene Räume erforschen und Relics sammeln, die mit Attributs‑Erhöhungen versehen sind.</a:t>
            </a:r>
            <a:endParaRPr lang="de-DE" sz="1800" b="0" strike="noStrike" spc="-1">
              <a:solidFill>
                <a:srgbClr val="000000"/>
              </a:solidFill>
              <a:latin typeface="Arial"/>
            </a:endParaRPr>
          </a:p>
          <a:p>
            <a:pPr defTabSz="914400">
              <a:lnSpc>
                <a:spcPct val="100000"/>
              </a:lnSpc>
            </a:pPr>
            <a:endParaRPr lang="de-DE" sz="1800" b="0" strike="noStrike" spc="-1">
              <a:solidFill>
                <a:srgbClr val="000000"/>
              </a:solidFill>
              <a:latin typeface="Arial"/>
            </a:endParaRPr>
          </a:p>
          <a:p>
            <a:pPr defTabSz="914400">
              <a:lnSpc>
                <a:spcPct val="100000"/>
              </a:lnSpc>
            </a:pPr>
            <a:r>
              <a:rPr lang="de-AT" sz="1800" b="0" strike="noStrike" spc="-1">
                <a:solidFill>
                  <a:schemeClr val="dk1"/>
                </a:solidFill>
                <a:latin typeface="Aptos"/>
              </a:rPr>
              <a:t>In einem dieser Räume befindet sich ein Gatekeeper, der unserer Heldin helfen könnte. Doch so einfach ist es nicht, denn der Gatekeeper verlangt eine bestimmte Anzahl an Relics.</a:t>
            </a:r>
            <a:endParaRPr lang="de-DE" sz="1800" b="0" strike="noStrike" spc="-1">
              <a:solidFill>
                <a:srgbClr val="000000"/>
              </a:solidFill>
              <a:latin typeface="Arial"/>
            </a:endParaRPr>
          </a:p>
          <a:p>
            <a:pPr defTabSz="914400">
              <a:lnSpc>
                <a:spcPct val="100000"/>
              </a:lnSpc>
            </a:pPr>
            <a:endParaRPr lang="de-DE" sz="1800" b="0" strike="noStrike" spc="-1">
              <a:solidFill>
                <a:srgbClr val="000000"/>
              </a:solidFill>
              <a:latin typeface="Arial"/>
            </a:endParaRPr>
          </a:p>
          <a:p>
            <a:pPr defTabSz="914400">
              <a:lnSpc>
                <a:spcPct val="100000"/>
              </a:lnSpc>
            </a:pPr>
            <a:r>
              <a:rPr lang="de-AT" sz="1800" b="0" strike="noStrike" spc="-1">
                <a:solidFill>
                  <a:schemeClr val="dk1"/>
                </a:solidFill>
                <a:latin typeface="Aptos"/>
              </a:rPr>
              <a:t>Loreen muss gegen ungeheure Kreaturen kämpfen oder ihnen entkommen, um die benötigten Relics zu sammeln. Nur wenn sie genügend davon für den Gatekeeper besitzt, kann sie dieser Welt lebendig entkommen.</a:t>
            </a:r>
            <a:endParaRPr lang="de-DE" sz="1800" b="0" strike="noStrike" spc="-1">
              <a:solidFill>
                <a:srgbClr val="000000"/>
              </a:solidFill>
              <a:latin typeface="Arial"/>
            </a:endParaRPr>
          </a:p>
        </p:txBody>
      </p:sp>
      <p:sp>
        <p:nvSpPr>
          <p:cNvPr id="79" name="Textfeld 2"/>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4</a:t>
            </a:r>
            <a:endParaRPr lang="de-DE" sz="1800" b="0" strike="noStrike" spc="-1">
              <a:solidFill>
                <a:srgbClr val="00000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Untertitel 2"/>
          <p:cNvSpPr/>
          <p:nvPr/>
        </p:nvSpPr>
        <p:spPr>
          <a:xfrm>
            <a:off x="1518480" y="25092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Game Entities</a:t>
            </a:r>
            <a:endParaRPr lang="de-DE" sz="4000" b="0" strike="noStrike" spc="-1">
              <a:solidFill>
                <a:srgbClr val="000000"/>
              </a:solidFill>
              <a:latin typeface="Arial"/>
            </a:endParaRPr>
          </a:p>
        </p:txBody>
      </p:sp>
      <p:pic>
        <p:nvPicPr>
          <p:cNvPr id="81" name="Grafik 3"/>
          <p:cNvPicPr/>
          <p:nvPr/>
        </p:nvPicPr>
        <p:blipFill>
          <a:blip r:embed="rId2"/>
          <a:stretch/>
        </p:blipFill>
        <p:spPr>
          <a:xfrm>
            <a:off x="520200" y="1672560"/>
            <a:ext cx="997560" cy="1756080"/>
          </a:xfrm>
          <a:prstGeom prst="rect">
            <a:avLst/>
          </a:prstGeom>
          <a:ln w="0">
            <a:noFill/>
          </a:ln>
        </p:spPr>
      </p:pic>
      <p:pic>
        <p:nvPicPr>
          <p:cNvPr id="82" name="Grafik 5"/>
          <p:cNvPicPr/>
          <p:nvPr/>
        </p:nvPicPr>
        <p:blipFill>
          <a:blip r:embed="rId3"/>
          <a:stretch/>
        </p:blipFill>
        <p:spPr>
          <a:xfrm>
            <a:off x="2919960" y="1672560"/>
            <a:ext cx="1635120" cy="1756080"/>
          </a:xfrm>
          <a:prstGeom prst="rect">
            <a:avLst/>
          </a:prstGeom>
          <a:ln w="0">
            <a:noFill/>
          </a:ln>
        </p:spPr>
      </p:pic>
      <p:pic>
        <p:nvPicPr>
          <p:cNvPr id="83" name="Grafik 7"/>
          <p:cNvPicPr/>
          <p:nvPr/>
        </p:nvPicPr>
        <p:blipFill>
          <a:blip r:embed="rId4"/>
          <a:stretch/>
        </p:blipFill>
        <p:spPr>
          <a:xfrm>
            <a:off x="5957280" y="1672560"/>
            <a:ext cx="1408320" cy="1756080"/>
          </a:xfrm>
          <a:prstGeom prst="rect">
            <a:avLst/>
          </a:prstGeom>
          <a:ln w="0">
            <a:noFill/>
          </a:ln>
        </p:spPr>
      </p:pic>
      <p:pic>
        <p:nvPicPr>
          <p:cNvPr id="84" name="Grafik 9"/>
          <p:cNvPicPr/>
          <p:nvPr/>
        </p:nvPicPr>
        <p:blipFill>
          <a:blip r:embed="rId5"/>
          <a:stretch/>
        </p:blipFill>
        <p:spPr>
          <a:xfrm>
            <a:off x="8631720" y="1672560"/>
            <a:ext cx="2728800" cy="1756080"/>
          </a:xfrm>
          <a:prstGeom prst="rect">
            <a:avLst/>
          </a:prstGeom>
          <a:ln w="0">
            <a:noFill/>
          </a:ln>
        </p:spPr>
      </p:pic>
      <p:pic>
        <p:nvPicPr>
          <p:cNvPr id="85" name="Grafik 11"/>
          <p:cNvPicPr/>
          <p:nvPr/>
        </p:nvPicPr>
        <p:blipFill>
          <a:blip r:embed="rId6"/>
          <a:stretch/>
        </p:blipFill>
        <p:spPr>
          <a:xfrm>
            <a:off x="1242000" y="4591080"/>
            <a:ext cx="1954800" cy="1756080"/>
          </a:xfrm>
          <a:prstGeom prst="rect">
            <a:avLst/>
          </a:prstGeom>
          <a:ln w="0">
            <a:noFill/>
          </a:ln>
        </p:spPr>
      </p:pic>
      <p:pic>
        <p:nvPicPr>
          <p:cNvPr id="86" name="Grafik 13"/>
          <p:cNvPicPr/>
          <p:nvPr/>
        </p:nvPicPr>
        <p:blipFill>
          <a:blip r:embed="rId7"/>
          <a:stretch/>
        </p:blipFill>
        <p:spPr>
          <a:xfrm>
            <a:off x="5906700" y="4591080"/>
            <a:ext cx="1141920" cy="1756080"/>
          </a:xfrm>
          <a:prstGeom prst="rect">
            <a:avLst/>
          </a:prstGeom>
          <a:ln w="0">
            <a:noFill/>
          </a:ln>
        </p:spPr>
      </p:pic>
      <p:pic>
        <p:nvPicPr>
          <p:cNvPr id="87" name="Grafik 15"/>
          <p:cNvPicPr/>
          <p:nvPr/>
        </p:nvPicPr>
        <p:blipFill>
          <a:blip r:embed="rId8"/>
          <a:stretch/>
        </p:blipFill>
        <p:spPr>
          <a:xfrm>
            <a:off x="9761760" y="4591080"/>
            <a:ext cx="1488960" cy="1756080"/>
          </a:xfrm>
          <a:prstGeom prst="rect">
            <a:avLst/>
          </a:prstGeom>
          <a:ln w="0">
            <a:noFill/>
          </a:ln>
        </p:spPr>
      </p:pic>
      <p:sp>
        <p:nvSpPr>
          <p:cNvPr id="88" name="Textfeld 16"/>
          <p:cNvSpPr/>
          <p:nvPr/>
        </p:nvSpPr>
        <p:spPr>
          <a:xfrm>
            <a:off x="339480" y="932400"/>
            <a:ext cx="1359000" cy="63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Loreen - die Heldin</a:t>
            </a:r>
            <a:endParaRPr lang="de-DE" sz="1800" b="0" strike="noStrike" spc="-1">
              <a:solidFill>
                <a:srgbClr val="000000"/>
              </a:solidFill>
              <a:latin typeface="Arial"/>
            </a:endParaRPr>
          </a:p>
        </p:txBody>
      </p:sp>
      <p:sp>
        <p:nvSpPr>
          <p:cNvPr id="89" name="Textfeld 17"/>
          <p:cNvSpPr/>
          <p:nvPr/>
        </p:nvSpPr>
        <p:spPr>
          <a:xfrm>
            <a:off x="2219400" y="932400"/>
            <a:ext cx="303624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Feind – bewegt sich zufällig , oder einer Bahn entlang</a:t>
            </a:r>
            <a:endParaRPr lang="de-DE" sz="1800" b="0" strike="noStrike" spc="-1">
              <a:solidFill>
                <a:srgbClr val="000000"/>
              </a:solidFill>
              <a:latin typeface="Arial"/>
            </a:endParaRPr>
          </a:p>
        </p:txBody>
      </p:sp>
      <p:sp>
        <p:nvSpPr>
          <p:cNvPr id="90" name="Textfeld 18"/>
          <p:cNvSpPr/>
          <p:nvPr/>
        </p:nvSpPr>
        <p:spPr>
          <a:xfrm>
            <a:off x="5313960" y="955080"/>
            <a:ext cx="269460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Feind - der verfolgt, wenn man im Radius ist</a:t>
            </a:r>
            <a:endParaRPr lang="de-DE" sz="1800" b="0" strike="noStrike" spc="-1">
              <a:solidFill>
                <a:srgbClr val="000000"/>
              </a:solidFill>
              <a:latin typeface="Arial"/>
            </a:endParaRPr>
          </a:p>
        </p:txBody>
      </p:sp>
      <p:sp>
        <p:nvSpPr>
          <p:cNvPr id="91" name="Textfeld 19"/>
          <p:cNvSpPr/>
          <p:nvPr/>
        </p:nvSpPr>
        <p:spPr>
          <a:xfrm>
            <a:off x="8507520" y="932400"/>
            <a:ext cx="272880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Schlange - gefährlich und tödlich</a:t>
            </a:r>
            <a:endParaRPr lang="de-DE" sz="1800" b="0" strike="noStrike" spc="-1">
              <a:solidFill>
                <a:srgbClr val="000000"/>
              </a:solidFill>
              <a:latin typeface="Arial"/>
            </a:endParaRPr>
          </a:p>
        </p:txBody>
      </p:sp>
      <p:sp>
        <p:nvSpPr>
          <p:cNvPr id="92" name="Textfeld 20"/>
          <p:cNvSpPr/>
          <p:nvPr/>
        </p:nvSpPr>
        <p:spPr>
          <a:xfrm>
            <a:off x="1339560" y="3849120"/>
            <a:ext cx="248760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Spinne - giftig und ekelhaft</a:t>
            </a:r>
            <a:endParaRPr lang="de-DE" sz="1800" b="0" strike="noStrike" spc="-1">
              <a:solidFill>
                <a:srgbClr val="000000"/>
              </a:solidFill>
              <a:latin typeface="Arial"/>
            </a:endParaRPr>
          </a:p>
        </p:txBody>
      </p:sp>
      <p:sp>
        <p:nvSpPr>
          <p:cNvPr id="93" name="Textfeld 21"/>
          <p:cNvSpPr/>
          <p:nvPr/>
        </p:nvSpPr>
        <p:spPr>
          <a:xfrm>
            <a:off x="5130360" y="3849120"/>
            <a:ext cx="269460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Relic - mit verschiedenen Attributen Erhöhungen</a:t>
            </a:r>
            <a:endParaRPr lang="de-DE" sz="1800" b="0" strike="noStrike" spc="-1">
              <a:solidFill>
                <a:srgbClr val="000000"/>
              </a:solidFill>
              <a:latin typeface="Arial"/>
            </a:endParaRPr>
          </a:p>
        </p:txBody>
      </p:sp>
      <p:sp>
        <p:nvSpPr>
          <p:cNvPr id="94" name="Textfeld 23"/>
          <p:cNvSpPr/>
          <p:nvPr/>
        </p:nvSpPr>
        <p:spPr>
          <a:xfrm>
            <a:off x="8864871" y="3849120"/>
            <a:ext cx="3082619" cy="64487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914400">
              <a:lnSpc>
                <a:spcPct val="100000"/>
              </a:lnSpc>
            </a:pPr>
            <a:r>
              <a:rPr lang="de-AT" sz="1800" b="0" strike="noStrike" spc="-1" dirty="0">
                <a:solidFill>
                  <a:schemeClr val="dk1"/>
                </a:solidFill>
                <a:latin typeface="Aptos"/>
              </a:rPr>
              <a:t>Gatekeeper - Loreens einzige Chance zu entkommen</a:t>
            </a:r>
            <a:endParaRPr lang="de-DE" sz="1800" b="0" strike="noStrike" spc="-1" dirty="0">
              <a:solidFill>
                <a:srgbClr val="000000"/>
              </a:solidFill>
              <a:latin typeface="Arial"/>
            </a:endParaRPr>
          </a:p>
        </p:txBody>
      </p:sp>
      <p:sp>
        <p:nvSpPr>
          <p:cNvPr id="95" name="Textfeld 2"/>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5</a:t>
            </a:r>
            <a:endParaRPr lang="de-DE" sz="1800" b="0" strike="noStrike" spc="-1">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Untertitel 2"/>
          <p:cNvSpPr/>
          <p:nvPr/>
        </p:nvSpPr>
        <p:spPr>
          <a:xfrm>
            <a:off x="1523880" y="900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Keybindings</a:t>
            </a:r>
            <a:endParaRPr lang="de-DE" sz="4000" b="0" strike="noStrike" spc="-1">
              <a:solidFill>
                <a:srgbClr val="000000"/>
              </a:solidFill>
              <a:latin typeface="Arial"/>
            </a:endParaRPr>
          </a:p>
        </p:txBody>
      </p:sp>
      <p:sp>
        <p:nvSpPr>
          <p:cNvPr id="97" name="Textfeld 3"/>
          <p:cNvSpPr/>
          <p:nvPr/>
        </p:nvSpPr>
        <p:spPr>
          <a:xfrm>
            <a:off x="774720" y="888840"/>
            <a:ext cx="25693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strike="noStrike" spc="-1">
                <a:solidFill>
                  <a:schemeClr val="dk1"/>
                </a:solidFill>
                <a:latin typeface="Aptos"/>
              </a:rPr>
              <a:t>Bewegung des Spielers:</a:t>
            </a:r>
            <a:endParaRPr lang="de-DE" sz="1800" b="0" strike="noStrike" spc="-1">
              <a:solidFill>
                <a:srgbClr val="000000"/>
              </a:solidFill>
              <a:latin typeface="Arial"/>
            </a:endParaRPr>
          </a:p>
          <a:p>
            <a:pPr marL="285840" indent="-285840" defTabSz="914400">
              <a:lnSpc>
                <a:spcPct val="100000"/>
              </a:lnSpc>
              <a:buClr>
                <a:srgbClr val="000000"/>
              </a:buClr>
              <a:buFont typeface="Arial"/>
              <a:buChar char="•"/>
            </a:pPr>
            <a:r>
              <a:rPr lang="de-DE" sz="1800" b="0" strike="noStrike" spc="-1">
                <a:solidFill>
                  <a:schemeClr val="dk1"/>
                </a:solidFill>
                <a:latin typeface="Aptos"/>
              </a:rPr>
              <a:t>w : Nach oben</a:t>
            </a:r>
            <a:endParaRPr lang="de-DE" sz="1800" b="0" strike="noStrike" spc="-1">
              <a:solidFill>
                <a:srgbClr val="000000"/>
              </a:solidFill>
              <a:latin typeface="Arial"/>
            </a:endParaRPr>
          </a:p>
          <a:p>
            <a:pPr marL="285840" indent="-285840" defTabSz="914400">
              <a:lnSpc>
                <a:spcPct val="100000"/>
              </a:lnSpc>
              <a:buClr>
                <a:srgbClr val="000000"/>
              </a:buClr>
              <a:buFont typeface="Arial"/>
              <a:buChar char="•"/>
            </a:pPr>
            <a:r>
              <a:rPr lang="de-DE" sz="1800" b="0" strike="noStrike" spc="-1">
                <a:solidFill>
                  <a:schemeClr val="dk1"/>
                </a:solidFill>
                <a:latin typeface="Aptos"/>
              </a:rPr>
              <a:t>A : Links</a:t>
            </a:r>
            <a:endParaRPr lang="de-DE" sz="1800" b="0" strike="noStrike" spc="-1">
              <a:solidFill>
                <a:srgbClr val="000000"/>
              </a:solidFill>
              <a:latin typeface="Arial"/>
            </a:endParaRPr>
          </a:p>
          <a:p>
            <a:pPr marL="285840" indent="-285840" defTabSz="914400">
              <a:lnSpc>
                <a:spcPct val="100000"/>
              </a:lnSpc>
              <a:buClr>
                <a:srgbClr val="000000"/>
              </a:buClr>
              <a:buFont typeface="Arial"/>
              <a:buChar char="•"/>
            </a:pPr>
            <a:r>
              <a:rPr lang="de-DE" sz="1800" b="0" strike="noStrike" spc="-1">
                <a:solidFill>
                  <a:schemeClr val="dk1"/>
                </a:solidFill>
                <a:latin typeface="Aptos"/>
              </a:rPr>
              <a:t>d : Rechts</a:t>
            </a:r>
            <a:endParaRPr lang="de-DE" sz="1800" b="0" strike="noStrike" spc="-1">
              <a:solidFill>
                <a:srgbClr val="000000"/>
              </a:solidFill>
              <a:latin typeface="Arial"/>
            </a:endParaRPr>
          </a:p>
          <a:p>
            <a:pPr marL="285840" indent="-285840" defTabSz="914400">
              <a:lnSpc>
                <a:spcPct val="100000"/>
              </a:lnSpc>
              <a:buClr>
                <a:srgbClr val="000000"/>
              </a:buClr>
              <a:buFont typeface="Arial"/>
              <a:buChar char="•"/>
            </a:pPr>
            <a:r>
              <a:rPr lang="de-DE" sz="1800" b="0" strike="noStrike" spc="-1">
                <a:solidFill>
                  <a:schemeClr val="dk1"/>
                </a:solidFill>
                <a:latin typeface="Aptos"/>
              </a:rPr>
              <a:t>s : Nach unten</a:t>
            </a:r>
            <a:endParaRPr lang="de-DE" sz="1800" b="0" strike="noStrike" spc="-1">
              <a:solidFill>
                <a:srgbClr val="000000"/>
              </a:solidFill>
              <a:latin typeface="Arial"/>
            </a:endParaRPr>
          </a:p>
        </p:txBody>
      </p:sp>
      <p:sp>
        <p:nvSpPr>
          <p:cNvPr id="98" name="Textfeld 2"/>
          <p:cNvSpPr/>
          <p:nvPr/>
        </p:nvSpPr>
        <p:spPr>
          <a:xfrm>
            <a:off x="577800" y="4361040"/>
            <a:ext cx="108662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strike="noStrike" spc="-1">
                <a:solidFill>
                  <a:schemeClr val="dk1"/>
                </a:solidFill>
                <a:latin typeface="Aptos"/>
              </a:rPr>
              <a:t> </a:t>
            </a:r>
            <a:endParaRPr lang="de-DE" sz="1800" b="0" strike="noStrike" spc="-1">
              <a:solidFill>
                <a:srgbClr val="000000"/>
              </a:solidFill>
              <a:latin typeface="Arial"/>
            </a:endParaRPr>
          </a:p>
        </p:txBody>
      </p:sp>
      <p:pic>
        <p:nvPicPr>
          <p:cNvPr id="99" name="Grafik 5"/>
          <p:cNvPicPr/>
          <p:nvPr/>
        </p:nvPicPr>
        <p:blipFill>
          <a:blip r:embed="rId2"/>
          <a:stretch/>
        </p:blipFill>
        <p:spPr>
          <a:xfrm>
            <a:off x="6454800" y="1803600"/>
            <a:ext cx="5362920" cy="1257120"/>
          </a:xfrm>
          <a:prstGeom prst="rect">
            <a:avLst/>
          </a:prstGeom>
          <a:ln w="0">
            <a:noFill/>
          </a:ln>
        </p:spPr>
      </p:pic>
      <p:sp>
        <p:nvSpPr>
          <p:cNvPr id="100" name="Textfeld 6"/>
          <p:cNvSpPr/>
          <p:nvPr/>
        </p:nvSpPr>
        <p:spPr>
          <a:xfrm>
            <a:off x="6436080" y="1044720"/>
            <a:ext cx="545688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Spieler Info anzeigen.Oben rechts. Position, Bewegungsrichtung, Relicsanzahl.</a:t>
            </a:r>
            <a:endParaRPr lang="de-DE" sz="1800" b="0" strike="noStrike" spc="-1">
              <a:solidFill>
                <a:srgbClr val="000000"/>
              </a:solidFill>
              <a:latin typeface="Arial"/>
            </a:endParaRPr>
          </a:p>
        </p:txBody>
      </p:sp>
      <p:sp>
        <p:nvSpPr>
          <p:cNvPr id="101" name="Textfeld 7"/>
          <p:cNvSpPr/>
          <p:nvPr/>
        </p:nvSpPr>
        <p:spPr>
          <a:xfrm>
            <a:off x="5770080" y="1960200"/>
            <a:ext cx="684360" cy="759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4400" b="0" strike="noStrike" spc="-1">
                <a:solidFill>
                  <a:schemeClr val="dk1"/>
                </a:solidFill>
                <a:latin typeface="Aptos"/>
              </a:rPr>
              <a:t>i:</a:t>
            </a:r>
            <a:endParaRPr lang="de-DE" sz="4400" b="0" strike="noStrike" spc="-1">
              <a:solidFill>
                <a:srgbClr val="000000"/>
              </a:solidFill>
              <a:latin typeface="Arial"/>
            </a:endParaRPr>
          </a:p>
        </p:txBody>
      </p:sp>
      <p:pic>
        <p:nvPicPr>
          <p:cNvPr id="102" name="Grafik 9"/>
          <p:cNvPicPr/>
          <p:nvPr/>
        </p:nvPicPr>
        <p:blipFill>
          <a:blip r:embed="rId3"/>
          <a:stretch/>
        </p:blipFill>
        <p:spPr>
          <a:xfrm>
            <a:off x="6436080" y="4989600"/>
            <a:ext cx="3533760" cy="1190520"/>
          </a:xfrm>
          <a:prstGeom prst="rect">
            <a:avLst/>
          </a:prstGeom>
          <a:ln w="0">
            <a:noFill/>
          </a:ln>
        </p:spPr>
      </p:pic>
      <p:sp>
        <p:nvSpPr>
          <p:cNvPr id="103" name="Textfeld 10"/>
          <p:cNvSpPr/>
          <p:nvPr/>
        </p:nvSpPr>
        <p:spPr>
          <a:xfrm>
            <a:off x="5447520" y="5108760"/>
            <a:ext cx="876600" cy="1430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4400" b="0" strike="noStrike" spc="-1">
                <a:solidFill>
                  <a:schemeClr val="dk1"/>
                </a:solidFill>
                <a:latin typeface="Aptos"/>
              </a:rPr>
              <a:t>m:</a:t>
            </a:r>
            <a:endParaRPr lang="de-DE" sz="4400" b="0" strike="noStrike" spc="-1">
              <a:solidFill>
                <a:srgbClr val="000000"/>
              </a:solidFill>
              <a:latin typeface="Arial"/>
            </a:endParaRPr>
          </a:p>
        </p:txBody>
      </p:sp>
      <p:sp>
        <p:nvSpPr>
          <p:cNvPr id="104" name="Textfeld 11"/>
          <p:cNvSpPr/>
          <p:nvPr/>
        </p:nvSpPr>
        <p:spPr>
          <a:xfrm>
            <a:off x="6436080" y="3948480"/>
            <a:ext cx="538164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Spiel Info anzeigen. Oben links. Frames per Second, Zeit, die eine Frame braucht, gesamte  angezeigte Frames Anzahl.</a:t>
            </a:r>
            <a:endParaRPr lang="de-DE" sz="1800" b="0" strike="noStrike" spc="-1">
              <a:solidFill>
                <a:srgbClr val="000000"/>
              </a:solidFill>
              <a:latin typeface="Arial"/>
            </a:endParaRPr>
          </a:p>
        </p:txBody>
      </p:sp>
      <p:pic>
        <p:nvPicPr>
          <p:cNvPr id="105" name="Grafik 13"/>
          <p:cNvPicPr/>
          <p:nvPr/>
        </p:nvPicPr>
        <p:blipFill>
          <a:blip r:embed="rId4"/>
          <a:stretch/>
        </p:blipFill>
        <p:spPr>
          <a:xfrm>
            <a:off x="1364760" y="4744440"/>
            <a:ext cx="780840" cy="1190520"/>
          </a:xfrm>
          <a:prstGeom prst="rect">
            <a:avLst/>
          </a:prstGeom>
          <a:ln w="0">
            <a:noFill/>
          </a:ln>
        </p:spPr>
      </p:pic>
      <p:sp>
        <p:nvSpPr>
          <p:cNvPr id="106" name="Textfeld 14"/>
          <p:cNvSpPr/>
          <p:nvPr/>
        </p:nvSpPr>
        <p:spPr>
          <a:xfrm>
            <a:off x="2187360" y="5013360"/>
            <a:ext cx="231408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Bounding Boxes der Entitäten anzeigen.</a:t>
            </a:r>
            <a:endParaRPr lang="de-DE" sz="1800" b="0" strike="noStrike" spc="-1">
              <a:solidFill>
                <a:srgbClr val="000000"/>
              </a:solidFill>
              <a:latin typeface="Arial"/>
            </a:endParaRPr>
          </a:p>
        </p:txBody>
      </p:sp>
      <p:sp>
        <p:nvSpPr>
          <p:cNvPr id="107" name="Textfeld 17"/>
          <p:cNvSpPr/>
          <p:nvPr/>
        </p:nvSpPr>
        <p:spPr>
          <a:xfrm>
            <a:off x="679680" y="4852440"/>
            <a:ext cx="684360" cy="1430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4400" b="0" strike="noStrike" spc="-1">
                <a:solidFill>
                  <a:schemeClr val="dk1"/>
                </a:solidFill>
                <a:latin typeface="Aptos"/>
              </a:rPr>
              <a:t>b:</a:t>
            </a:r>
            <a:endParaRPr lang="de-DE" sz="4400" b="0" strike="noStrike" spc="-1">
              <a:solidFill>
                <a:srgbClr val="000000"/>
              </a:solidFill>
              <a:latin typeface="Arial"/>
            </a:endParaRPr>
          </a:p>
        </p:txBody>
      </p:sp>
      <p:sp>
        <p:nvSpPr>
          <p:cNvPr id="108" name="Textfeld 18"/>
          <p:cNvSpPr/>
          <p:nvPr/>
        </p:nvSpPr>
        <p:spPr>
          <a:xfrm>
            <a:off x="1364760" y="2558160"/>
            <a:ext cx="221328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beendet das Spiel</a:t>
            </a:r>
            <a:endParaRPr lang="de-DE" sz="1800" b="0" strike="noStrike" spc="-1">
              <a:solidFill>
                <a:srgbClr val="000000"/>
              </a:solidFill>
              <a:latin typeface="Arial"/>
            </a:endParaRPr>
          </a:p>
        </p:txBody>
      </p:sp>
      <p:sp>
        <p:nvSpPr>
          <p:cNvPr id="109" name="Textfeld 19"/>
          <p:cNvSpPr/>
          <p:nvPr/>
        </p:nvSpPr>
        <p:spPr>
          <a:xfrm>
            <a:off x="1289520" y="3105720"/>
            <a:ext cx="353376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tötet den/die Feind/e wenn im Kampffenster</a:t>
            </a:r>
            <a:endParaRPr lang="de-DE" sz="1800" b="0" strike="noStrike" spc="-1">
              <a:solidFill>
                <a:srgbClr val="000000"/>
              </a:solidFill>
              <a:latin typeface="Arial"/>
            </a:endParaRPr>
          </a:p>
        </p:txBody>
      </p:sp>
      <p:sp>
        <p:nvSpPr>
          <p:cNvPr id="110" name="Textfeld 20"/>
          <p:cNvSpPr/>
          <p:nvPr/>
        </p:nvSpPr>
        <p:spPr>
          <a:xfrm>
            <a:off x="734760" y="2999160"/>
            <a:ext cx="684360" cy="1430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4400" b="0" strike="noStrike" spc="-1">
                <a:solidFill>
                  <a:schemeClr val="dk1"/>
                </a:solidFill>
                <a:latin typeface="Aptos"/>
              </a:rPr>
              <a:t>k:</a:t>
            </a:r>
            <a:endParaRPr lang="de-DE" sz="4400" b="0" strike="noStrike" spc="-1">
              <a:solidFill>
                <a:srgbClr val="000000"/>
              </a:solidFill>
              <a:latin typeface="Arial"/>
            </a:endParaRPr>
          </a:p>
        </p:txBody>
      </p:sp>
      <p:sp>
        <p:nvSpPr>
          <p:cNvPr id="111" name="Textfeld 21"/>
          <p:cNvSpPr/>
          <p:nvPr/>
        </p:nvSpPr>
        <p:spPr>
          <a:xfrm>
            <a:off x="774720" y="2319840"/>
            <a:ext cx="684360" cy="1430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4400" b="0" strike="noStrike" spc="-1">
                <a:solidFill>
                  <a:schemeClr val="dk1"/>
                </a:solidFill>
                <a:latin typeface="Aptos"/>
              </a:rPr>
              <a:t>x:</a:t>
            </a:r>
            <a:endParaRPr lang="de-DE" sz="4400" b="0" strike="noStrike" spc="-1">
              <a:solidFill>
                <a:srgbClr val="000000"/>
              </a:solidFill>
              <a:latin typeface="Arial"/>
            </a:endParaRPr>
          </a:p>
        </p:txBody>
      </p:sp>
      <p:sp>
        <p:nvSpPr>
          <p:cNvPr id="112" name="Textfeld 22"/>
          <p:cNvSpPr/>
          <p:nvPr/>
        </p:nvSpPr>
        <p:spPr>
          <a:xfrm>
            <a:off x="1289520" y="3948480"/>
            <a:ext cx="353376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verlieren gegen den/die Feind/e wenn im Kampffenster</a:t>
            </a:r>
            <a:endParaRPr lang="de-DE" sz="1800" b="0" strike="noStrike" spc="-1">
              <a:solidFill>
                <a:srgbClr val="000000"/>
              </a:solidFill>
              <a:latin typeface="Arial"/>
            </a:endParaRPr>
          </a:p>
        </p:txBody>
      </p:sp>
      <p:sp>
        <p:nvSpPr>
          <p:cNvPr id="113" name="Textfeld 23"/>
          <p:cNvSpPr/>
          <p:nvPr/>
        </p:nvSpPr>
        <p:spPr>
          <a:xfrm>
            <a:off x="839160" y="3840480"/>
            <a:ext cx="684360" cy="759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4400" b="0" strike="noStrike" spc="-1">
                <a:solidFill>
                  <a:schemeClr val="dk1"/>
                </a:solidFill>
                <a:latin typeface="Aptos"/>
              </a:rPr>
              <a:t>l:</a:t>
            </a:r>
            <a:endParaRPr lang="de-DE" sz="4400" b="0" strike="noStrike" spc="-1">
              <a:solidFill>
                <a:srgbClr val="000000"/>
              </a:solidFill>
              <a:latin typeface="Arial"/>
            </a:endParaRPr>
          </a:p>
        </p:txBody>
      </p:sp>
      <p:sp>
        <p:nvSpPr>
          <p:cNvPr id="114" name="Textfeld 4"/>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6</a:t>
            </a:r>
            <a:endParaRPr lang="de-DE" sz="1800" b="0" strike="noStrike" spc="-1">
              <a:solidFill>
                <a:srgbClr val="000000"/>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Untertitel 2"/>
          <p:cNvSpPr/>
          <p:nvPr/>
        </p:nvSpPr>
        <p:spPr>
          <a:xfrm>
            <a:off x="1523880" y="12708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Start Bildschirm</a:t>
            </a:r>
            <a:endParaRPr lang="de-DE" sz="4000" b="0" strike="noStrike" spc="-1">
              <a:solidFill>
                <a:srgbClr val="000000"/>
              </a:solidFill>
              <a:latin typeface="Arial"/>
            </a:endParaRPr>
          </a:p>
        </p:txBody>
      </p:sp>
      <p:sp>
        <p:nvSpPr>
          <p:cNvPr id="116" name="Textfeld 3"/>
          <p:cNvSpPr/>
          <p:nvPr/>
        </p:nvSpPr>
        <p:spPr>
          <a:xfrm>
            <a:off x="662760" y="859320"/>
            <a:ext cx="1086624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Der Startbildschirm erinnert an ein Dungeon oder einen dunklen Tempel. Der Korridor, der ins Innere führt, ist mit einem roten Teppich bedeckt. Niemand weiß, was da drinnen lauert. Wer tapfer genug ist, der sollte Enter drücken um es herauszufinden.</a:t>
            </a:r>
            <a:endParaRPr lang="de-DE" sz="1800" b="0" strike="noStrike" spc="-1">
              <a:solidFill>
                <a:srgbClr val="000000"/>
              </a:solidFill>
              <a:latin typeface="Arial"/>
            </a:endParaRPr>
          </a:p>
        </p:txBody>
      </p:sp>
      <p:pic>
        <p:nvPicPr>
          <p:cNvPr id="117" name="Grafik 4"/>
          <p:cNvPicPr/>
          <p:nvPr/>
        </p:nvPicPr>
        <p:blipFill>
          <a:blip r:embed="rId2"/>
          <a:stretch/>
        </p:blipFill>
        <p:spPr>
          <a:xfrm>
            <a:off x="1316520" y="1782720"/>
            <a:ext cx="9558360" cy="4829760"/>
          </a:xfrm>
          <a:prstGeom prst="rect">
            <a:avLst/>
          </a:prstGeom>
          <a:ln w="0">
            <a:noFill/>
          </a:ln>
        </p:spPr>
      </p:pic>
      <p:sp>
        <p:nvSpPr>
          <p:cNvPr id="118" name="Textfeld 2"/>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7</a:t>
            </a:r>
            <a:endParaRPr lang="de-DE" sz="18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Untertitel 2"/>
          <p:cNvSpPr/>
          <p:nvPr/>
        </p:nvSpPr>
        <p:spPr>
          <a:xfrm>
            <a:off x="1523880" y="12708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Start Raum</a:t>
            </a:r>
            <a:endParaRPr lang="de-DE" sz="4000" b="0" strike="noStrike" spc="-1">
              <a:solidFill>
                <a:srgbClr val="000000"/>
              </a:solidFill>
              <a:latin typeface="Arial"/>
            </a:endParaRPr>
          </a:p>
        </p:txBody>
      </p:sp>
      <p:sp>
        <p:nvSpPr>
          <p:cNvPr id="120" name="Textfeld 3"/>
          <p:cNvSpPr/>
          <p:nvPr/>
        </p:nvSpPr>
        <p:spPr>
          <a:xfrm>
            <a:off x="662760" y="859320"/>
            <a:ext cx="1086624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Loreen erwacht in einem dunklen Raum voller Feinde und muss ihren Weg nach draußen finden. Es gibt Durchgänge zu anderen Räumen, die erkundet werden können. Vorsicht ist dabei essenziell, und man muss stets abwägen, ob man kämpfen oder flüchten sollte.</a:t>
            </a:r>
            <a:endParaRPr lang="de-DE" sz="1800" b="0" strike="noStrike" spc="-1">
              <a:solidFill>
                <a:srgbClr val="000000"/>
              </a:solidFill>
              <a:latin typeface="Arial"/>
            </a:endParaRPr>
          </a:p>
        </p:txBody>
      </p:sp>
      <p:pic>
        <p:nvPicPr>
          <p:cNvPr id="121" name="Grafik 5"/>
          <p:cNvPicPr/>
          <p:nvPr/>
        </p:nvPicPr>
        <p:blipFill>
          <a:blip r:embed="rId2"/>
          <a:stretch/>
        </p:blipFill>
        <p:spPr>
          <a:xfrm>
            <a:off x="2003400" y="1867680"/>
            <a:ext cx="8184960" cy="4699080"/>
          </a:xfrm>
          <a:prstGeom prst="rect">
            <a:avLst/>
          </a:prstGeom>
          <a:ln w="0">
            <a:noFill/>
          </a:ln>
        </p:spPr>
      </p:pic>
      <p:sp>
        <p:nvSpPr>
          <p:cNvPr id="122" name="Textfeld 2"/>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8</a:t>
            </a:r>
            <a:endParaRPr lang="de-DE" sz="1800" b="0" strike="noStrike" spc="-1">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Untertitel 2"/>
          <p:cNvSpPr/>
          <p:nvPr/>
        </p:nvSpPr>
        <p:spPr>
          <a:xfrm>
            <a:off x="1523880" y="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dirty="0">
                <a:solidFill>
                  <a:schemeClr val="dk1"/>
                </a:solidFill>
                <a:latin typeface="Aptos"/>
              </a:rPr>
              <a:t>Kampffenster</a:t>
            </a:r>
            <a:endParaRPr lang="de-DE" sz="4000" b="0" strike="noStrike" spc="-1" dirty="0">
              <a:solidFill>
                <a:srgbClr val="000000"/>
              </a:solidFill>
              <a:latin typeface="Arial"/>
            </a:endParaRPr>
          </a:p>
        </p:txBody>
      </p:sp>
      <p:sp>
        <p:nvSpPr>
          <p:cNvPr id="124" name="Textfeld 3"/>
          <p:cNvSpPr/>
          <p:nvPr/>
        </p:nvSpPr>
        <p:spPr>
          <a:xfrm>
            <a:off x="178920" y="708607"/>
            <a:ext cx="11833560" cy="147587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strike="noStrike" spc="-1" dirty="0">
                <a:solidFill>
                  <a:schemeClr val="dk1"/>
                </a:solidFill>
                <a:latin typeface="Aptos"/>
              </a:rPr>
              <a:t>Wenn die Heldin mit einem oder mehreren Feinden kollidiert, öffnet sich ein Fenster, in dem der Kampf ausgetragen wird. Der Spieler wählt seinen Angriff oder Buff mit den Tasten w oder s. Mit der Leertaste führt er seinen Zug aus.</a:t>
            </a:r>
            <a:endParaRPr lang="de-DE" sz="1800" b="0" strike="noStrike" spc="-1" dirty="0">
              <a:solidFill>
                <a:srgbClr val="000000"/>
              </a:solidFill>
              <a:latin typeface="Arial"/>
            </a:endParaRPr>
          </a:p>
          <a:p>
            <a:pPr defTabSz="914400">
              <a:lnSpc>
                <a:spcPct val="100000"/>
              </a:lnSpc>
            </a:pPr>
            <a:r>
              <a:rPr lang="de-DE" sz="1800" b="0" strike="noStrike" spc="-1" dirty="0">
                <a:solidFill>
                  <a:schemeClr val="dk1"/>
                </a:solidFill>
                <a:latin typeface="Aptos"/>
              </a:rPr>
              <a:t>Gibt es mehr als einen Feind, muss der Spieler zusätzlich auswählen, gegen welchen Gegner der Zug gerichtet sein soll.</a:t>
            </a:r>
            <a:endParaRPr lang="de-DE" sz="1800" b="0" strike="noStrike" spc="-1" dirty="0">
              <a:solidFill>
                <a:srgbClr val="000000"/>
              </a:solidFill>
              <a:latin typeface="Arial"/>
            </a:endParaRPr>
          </a:p>
          <a:p>
            <a:pPr defTabSz="914400">
              <a:lnSpc>
                <a:spcPct val="100000"/>
              </a:lnSpc>
            </a:pPr>
            <a:r>
              <a:rPr lang="de-DE" sz="1800" b="0" strike="noStrike" spc="-1" dirty="0">
                <a:solidFill>
                  <a:schemeClr val="dk1"/>
                </a:solidFill>
                <a:latin typeface="Aptos"/>
              </a:rPr>
              <a:t>Zur Erinnerung: Mit der Taste k kann der Spieler die Feinde sofort töten, und mit der Taste l kann er den Kampf gegen sie verlieren.</a:t>
            </a:r>
            <a:endParaRPr lang="de-DE" sz="1800" b="0" strike="noStrike" spc="-1" dirty="0">
              <a:solidFill>
                <a:srgbClr val="000000"/>
              </a:solidFill>
              <a:latin typeface="Arial"/>
            </a:endParaRPr>
          </a:p>
        </p:txBody>
      </p:sp>
      <p:pic>
        <p:nvPicPr>
          <p:cNvPr id="125" name="Grafik 4"/>
          <p:cNvPicPr/>
          <p:nvPr/>
        </p:nvPicPr>
        <p:blipFill>
          <a:blip r:embed="rId2"/>
          <a:stretch/>
        </p:blipFill>
        <p:spPr>
          <a:xfrm>
            <a:off x="1678140" y="2184480"/>
            <a:ext cx="8835120" cy="4389480"/>
          </a:xfrm>
          <a:prstGeom prst="rect">
            <a:avLst/>
          </a:prstGeom>
          <a:ln w="0">
            <a:noFill/>
          </a:ln>
        </p:spPr>
      </p:pic>
      <p:sp>
        <p:nvSpPr>
          <p:cNvPr id="126" name="Textfeld 2"/>
          <p:cNvSpPr/>
          <p:nvPr/>
        </p:nvSpPr>
        <p:spPr>
          <a:xfrm>
            <a:off x="11784240" y="6488640"/>
            <a:ext cx="40716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9</a:t>
            </a:r>
            <a:endParaRPr lang="de-DE" sz="1800" b="0" strike="noStrike" spc="-1">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Untertitel 2"/>
          <p:cNvSpPr/>
          <p:nvPr/>
        </p:nvSpPr>
        <p:spPr>
          <a:xfrm>
            <a:off x="1523880" y="12708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dirty="0">
                <a:solidFill>
                  <a:schemeClr val="dk1"/>
                </a:solidFill>
                <a:latin typeface="Aptos"/>
              </a:rPr>
              <a:t>Interagieren mit </a:t>
            </a:r>
            <a:r>
              <a:rPr lang="de-DE" sz="4000" b="0" strike="noStrike" spc="-1" dirty="0" err="1">
                <a:solidFill>
                  <a:schemeClr val="dk1"/>
                </a:solidFill>
                <a:latin typeface="Aptos"/>
              </a:rPr>
              <a:t>Relics</a:t>
            </a:r>
            <a:endParaRPr lang="de-DE" sz="4000" b="0" strike="noStrike" spc="-1" dirty="0">
              <a:solidFill>
                <a:srgbClr val="000000"/>
              </a:solidFill>
              <a:latin typeface="Arial"/>
            </a:endParaRPr>
          </a:p>
        </p:txBody>
      </p:sp>
      <p:sp>
        <p:nvSpPr>
          <p:cNvPr id="128" name="Textfeld 3"/>
          <p:cNvSpPr/>
          <p:nvPr/>
        </p:nvSpPr>
        <p:spPr>
          <a:xfrm>
            <a:off x="372240" y="859320"/>
            <a:ext cx="1156788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dirty="0">
                <a:solidFill>
                  <a:schemeClr val="dk1"/>
                </a:solidFill>
                <a:latin typeface="Aptos"/>
              </a:rPr>
              <a:t>Wenn der Spieler mit einem Relic kollidiert, erhält er je nach Art des </a:t>
            </a:r>
            <a:r>
              <a:rPr lang="de-AT" sz="1800" b="0" strike="noStrike" spc="-1" dirty="0" err="1">
                <a:solidFill>
                  <a:schemeClr val="dk1"/>
                </a:solidFill>
                <a:latin typeface="Aptos"/>
              </a:rPr>
              <a:t>Relics</a:t>
            </a:r>
            <a:r>
              <a:rPr lang="de-AT" sz="1800" b="0" strike="noStrike" spc="-1" dirty="0">
                <a:solidFill>
                  <a:schemeClr val="dk1"/>
                </a:solidFill>
                <a:latin typeface="Aptos"/>
              </a:rPr>
              <a:t> eine Erhöhung eines Attributes. Dafür wird eine kurze Meldung in der Mitte des Bildschirms angezeigt und das entsprechende Attribut erhöht. Die Attribute des Spielers sind unten links sichtbar.</a:t>
            </a:r>
            <a:endParaRPr lang="de-DE" sz="1800" b="0" strike="noStrike" spc="-1" dirty="0">
              <a:solidFill>
                <a:srgbClr val="000000"/>
              </a:solidFill>
              <a:latin typeface="Arial"/>
            </a:endParaRPr>
          </a:p>
        </p:txBody>
      </p:sp>
      <p:pic>
        <p:nvPicPr>
          <p:cNvPr id="129" name="Grafik 5"/>
          <p:cNvPicPr/>
          <p:nvPr/>
        </p:nvPicPr>
        <p:blipFill>
          <a:blip r:embed="rId2"/>
          <a:stretch/>
        </p:blipFill>
        <p:spPr>
          <a:xfrm>
            <a:off x="2025360" y="1878480"/>
            <a:ext cx="8261640" cy="4702680"/>
          </a:xfrm>
          <a:prstGeom prst="rect">
            <a:avLst/>
          </a:prstGeom>
          <a:ln w="0">
            <a:noFill/>
          </a:ln>
        </p:spPr>
      </p:pic>
      <p:sp>
        <p:nvSpPr>
          <p:cNvPr id="130" name="Textfeld 2"/>
          <p:cNvSpPr/>
          <p:nvPr/>
        </p:nvSpPr>
        <p:spPr>
          <a:xfrm>
            <a:off x="11695680" y="6488640"/>
            <a:ext cx="4957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10</a:t>
            </a:r>
            <a:endParaRPr lang="de-DE" sz="1800" b="0" strike="noStrike" spc="-1">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Untertitel 2"/>
          <p:cNvSpPr/>
          <p:nvPr/>
        </p:nvSpPr>
        <p:spPr>
          <a:xfrm>
            <a:off x="1523880" y="12708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Interagieren mit Gatekeeper</a:t>
            </a:r>
            <a:endParaRPr lang="de-DE" sz="4000" b="0" strike="noStrike" spc="-1">
              <a:solidFill>
                <a:srgbClr val="000000"/>
              </a:solidFill>
              <a:latin typeface="Arial"/>
            </a:endParaRPr>
          </a:p>
        </p:txBody>
      </p:sp>
      <p:sp>
        <p:nvSpPr>
          <p:cNvPr id="132" name="Textfeld 3"/>
          <p:cNvSpPr/>
          <p:nvPr/>
        </p:nvSpPr>
        <p:spPr>
          <a:xfrm>
            <a:off x="372240" y="859320"/>
            <a:ext cx="1156788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Als Erstes soll der Spieler den Gatekeeper finden, um mit ihm zu interagieren. Wenn der Spieler mit weniger Relics zu ihm geht, als der Gatekeeper verlangt, erscheint eine kurze Meldung in der Mitte des Bildschirms, die die Anzahl der benötigten Relics nennt.</a:t>
            </a:r>
            <a:endParaRPr lang="de-DE" sz="1800" b="0" strike="noStrike" spc="-1">
              <a:solidFill>
                <a:srgbClr val="000000"/>
              </a:solidFill>
              <a:latin typeface="Arial"/>
            </a:endParaRPr>
          </a:p>
        </p:txBody>
      </p:sp>
      <p:pic>
        <p:nvPicPr>
          <p:cNvPr id="133" name="Grafik 5"/>
          <p:cNvPicPr/>
          <p:nvPr/>
        </p:nvPicPr>
        <p:blipFill>
          <a:blip r:embed="rId2"/>
          <a:stretch/>
        </p:blipFill>
        <p:spPr>
          <a:xfrm>
            <a:off x="1977480" y="1782720"/>
            <a:ext cx="8236800" cy="4740480"/>
          </a:xfrm>
          <a:prstGeom prst="rect">
            <a:avLst/>
          </a:prstGeom>
          <a:ln w="0">
            <a:noFill/>
          </a:ln>
        </p:spPr>
      </p:pic>
      <p:sp>
        <p:nvSpPr>
          <p:cNvPr id="134" name="Textfeld 2"/>
          <p:cNvSpPr/>
          <p:nvPr/>
        </p:nvSpPr>
        <p:spPr>
          <a:xfrm>
            <a:off x="11695680" y="6488640"/>
            <a:ext cx="4957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11</a:t>
            </a:r>
            <a:endParaRPr lang="de-DE" sz="1800" b="0" strike="noStrike" spc="-1">
              <a:solidFill>
                <a:srgbClr val="00000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Untertitel 2"/>
          <p:cNvSpPr/>
          <p:nvPr/>
        </p:nvSpPr>
        <p:spPr>
          <a:xfrm>
            <a:off x="1523880" y="12708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Interagieren mit Gatekeeper</a:t>
            </a:r>
            <a:endParaRPr lang="de-DE" sz="4000" b="0" strike="noStrike" spc="-1">
              <a:solidFill>
                <a:srgbClr val="000000"/>
              </a:solidFill>
              <a:latin typeface="Arial"/>
            </a:endParaRPr>
          </a:p>
        </p:txBody>
      </p:sp>
      <p:sp>
        <p:nvSpPr>
          <p:cNvPr id="136" name="Textfeld 3"/>
          <p:cNvSpPr/>
          <p:nvPr/>
        </p:nvSpPr>
        <p:spPr>
          <a:xfrm>
            <a:off x="372240" y="859320"/>
            <a:ext cx="115678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strike="noStrike" spc="-1">
                <a:solidFill>
                  <a:schemeClr val="dk1"/>
                </a:solidFill>
                <a:latin typeface="Aptos"/>
              </a:rPr>
              <a:t>Wenn der Spieler die richtige Anzahl an Relics oder mehr zum Gatekeeper bringt, gewinnt er das Spiel und wird gefragt, ob er erneut spielen möchte. Drückt der Spieler y, erscheint ein Countdown in der Mitte des Bildschirms, der von 3 abwärts zählt. Sobald die Null erreicht ist, beginnt das Spiel wieder von vorne.</a:t>
            </a:r>
            <a:endParaRPr lang="de-DE" sz="1800" b="0" strike="noStrike" spc="-1">
              <a:solidFill>
                <a:srgbClr val="000000"/>
              </a:solidFill>
              <a:latin typeface="Arial"/>
            </a:endParaRPr>
          </a:p>
        </p:txBody>
      </p:sp>
      <p:pic>
        <p:nvPicPr>
          <p:cNvPr id="137" name="Grafik 4"/>
          <p:cNvPicPr/>
          <p:nvPr/>
        </p:nvPicPr>
        <p:blipFill>
          <a:blip r:embed="rId2"/>
          <a:stretch/>
        </p:blipFill>
        <p:spPr>
          <a:xfrm>
            <a:off x="1990440" y="1782720"/>
            <a:ext cx="8210880" cy="4711680"/>
          </a:xfrm>
          <a:prstGeom prst="rect">
            <a:avLst/>
          </a:prstGeom>
          <a:ln w="0">
            <a:noFill/>
          </a:ln>
        </p:spPr>
      </p:pic>
      <p:sp>
        <p:nvSpPr>
          <p:cNvPr id="138" name="Textfeld 2"/>
          <p:cNvSpPr/>
          <p:nvPr/>
        </p:nvSpPr>
        <p:spPr>
          <a:xfrm>
            <a:off x="11695680" y="6488640"/>
            <a:ext cx="4957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12</a:t>
            </a:r>
            <a:endParaRPr lang="de-DE" sz="1800" b="0" strike="noStrike" spc="-1">
              <a:solidFill>
                <a:srgbClr val="00000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Untertitel 2"/>
          <p:cNvSpPr/>
          <p:nvPr/>
        </p:nvSpPr>
        <p:spPr>
          <a:xfrm>
            <a:off x="1523880" y="12708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Interagieren mit Gatekeeper</a:t>
            </a:r>
            <a:endParaRPr lang="de-DE" sz="4000" b="0" strike="noStrike" spc="-1">
              <a:solidFill>
                <a:srgbClr val="000000"/>
              </a:solidFill>
              <a:latin typeface="Arial"/>
            </a:endParaRPr>
          </a:p>
        </p:txBody>
      </p:sp>
      <p:pic>
        <p:nvPicPr>
          <p:cNvPr id="140" name="Grafik 12"/>
          <p:cNvPicPr/>
          <p:nvPr/>
        </p:nvPicPr>
        <p:blipFill>
          <a:blip r:embed="rId2"/>
          <a:stretch/>
        </p:blipFill>
        <p:spPr>
          <a:xfrm>
            <a:off x="1047600" y="1102680"/>
            <a:ext cx="4611600" cy="2650320"/>
          </a:xfrm>
          <a:prstGeom prst="rect">
            <a:avLst/>
          </a:prstGeom>
          <a:ln w="0">
            <a:noFill/>
          </a:ln>
        </p:spPr>
      </p:pic>
      <p:pic>
        <p:nvPicPr>
          <p:cNvPr id="141" name="Grafik 14"/>
          <p:cNvPicPr/>
          <p:nvPr/>
        </p:nvPicPr>
        <p:blipFill>
          <a:blip r:embed="rId3"/>
          <a:stretch/>
        </p:blipFill>
        <p:spPr>
          <a:xfrm>
            <a:off x="5992200" y="1104120"/>
            <a:ext cx="4616640" cy="2648520"/>
          </a:xfrm>
          <a:prstGeom prst="rect">
            <a:avLst/>
          </a:prstGeom>
          <a:ln w="0">
            <a:noFill/>
          </a:ln>
        </p:spPr>
      </p:pic>
      <p:pic>
        <p:nvPicPr>
          <p:cNvPr id="142" name="Grafik 16"/>
          <p:cNvPicPr/>
          <p:nvPr/>
        </p:nvPicPr>
        <p:blipFill>
          <a:blip r:embed="rId4"/>
          <a:stretch/>
        </p:blipFill>
        <p:spPr>
          <a:xfrm>
            <a:off x="1059120" y="3979440"/>
            <a:ext cx="4600440" cy="2639520"/>
          </a:xfrm>
          <a:prstGeom prst="rect">
            <a:avLst/>
          </a:prstGeom>
          <a:ln w="0">
            <a:noFill/>
          </a:ln>
        </p:spPr>
      </p:pic>
      <p:pic>
        <p:nvPicPr>
          <p:cNvPr id="143" name="Grafik 18"/>
          <p:cNvPicPr/>
          <p:nvPr/>
        </p:nvPicPr>
        <p:blipFill>
          <a:blip r:embed="rId5"/>
          <a:stretch/>
        </p:blipFill>
        <p:spPr>
          <a:xfrm>
            <a:off x="5992200" y="3979440"/>
            <a:ext cx="4620240" cy="2656080"/>
          </a:xfrm>
          <a:prstGeom prst="rect">
            <a:avLst/>
          </a:prstGeom>
          <a:ln w="0">
            <a:noFill/>
          </a:ln>
        </p:spPr>
      </p:pic>
      <p:sp>
        <p:nvSpPr>
          <p:cNvPr id="144" name="Textfeld 2"/>
          <p:cNvSpPr/>
          <p:nvPr/>
        </p:nvSpPr>
        <p:spPr>
          <a:xfrm>
            <a:off x="11695680" y="6488640"/>
            <a:ext cx="4957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13</a:t>
            </a:r>
            <a:endParaRPr lang="de-DE" sz="1800" b="0" strike="noStrike" spc="-1">
              <a:solidFill>
                <a:srgbClr val="00000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Untertitel 2"/>
          <p:cNvSpPr/>
          <p:nvPr/>
        </p:nvSpPr>
        <p:spPr>
          <a:xfrm>
            <a:off x="1523880" y="57276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Allgemeine Informationen</a:t>
            </a:r>
            <a:endParaRPr lang="de-DE" sz="4000" b="0" strike="noStrike" spc="-1">
              <a:solidFill>
                <a:srgbClr val="000000"/>
              </a:solidFill>
              <a:latin typeface="Arial"/>
            </a:endParaRPr>
          </a:p>
        </p:txBody>
      </p:sp>
      <p:sp>
        <p:nvSpPr>
          <p:cNvPr id="146" name="Textfeld 3"/>
          <p:cNvSpPr/>
          <p:nvPr/>
        </p:nvSpPr>
        <p:spPr>
          <a:xfrm>
            <a:off x="662760" y="1305360"/>
            <a:ext cx="10866240" cy="5076859"/>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dirty="0">
                <a:solidFill>
                  <a:schemeClr val="dk1"/>
                </a:solidFill>
                <a:latin typeface="Aptos"/>
              </a:rPr>
              <a:t>Für die Entwicklung des Spiels wurde nur eine einzige externe Bibliothek verwendet, nämlich </a:t>
            </a:r>
            <a:r>
              <a:rPr lang="de-AT" sz="1800" b="0" strike="noStrike" spc="-1" dirty="0" err="1">
                <a:solidFill>
                  <a:schemeClr val="dk1"/>
                </a:solidFill>
                <a:latin typeface="Aptos"/>
              </a:rPr>
              <a:t>PDCurses</a:t>
            </a:r>
            <a:r>
              <a:rPr lang="de-AT" sz="1800" b="0" strike="noStrike" spc="-1" dirty="0">
                <a:solidFill>
                  <a:schemeClr val="dk1"/>
                </a:solidFill>
                <a:latin typeface="Aptos"/>
              </a:rPr>
              <a:t>. Der Benutzer muss nichts installieren oder herunterladen, da die Bibliothek bereits im Spiel enthalten ist. Dadurch entstehen keinerlei zusätzliche Abhängigkeiten, um das Spiel zu installieren oder auszuführen.</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Die einzige Voraussetzung ist, dass </a:t>
            </a:r>
            <a:r>
              <a:rPr lang="de-AT" sz="1800" b="0" strike="noStrike" spc="-1" dirty="0" err="1">
                <a:solidFill>
                  <a:schemeClr val="dk1"/>
                </a:solidFill>
                <a:latin typeface="Aptos"/>
              </a:rPr>
              <a:t>CMake</a:t>
            </a:r>
            <a:r>
              <a:rPr lang="de-AT" sz="1800" b="0" strike="noStrike" spc="-1" dirty="0">
                <a:solidFill>
                  <a:schemeClr val="dk1"/>
                </a:solidFill>
                <a:latin typeface="Aptos"/>
              </a:rPr>
              <a:t> installiert sein muss, um das Projekt zu erstellen (</a:t>
            </a:r>
            <a:r>
              <a:rPr lang="de-AT" sz="1800" b="0" strike="noStrike" spc="-1" dirty="0" err="1">
                <a:solidFill>
                  <a:schemeClr val="dk1"/>
                </a:solidFill>
                <a:latin typeface="Aptos"/>
              </a:rPr>
              <a:t>Build</a:t>
            </a:r>
            <a:r>
              <a:rPr lang="de-AT" sz="1800" b="0" strike="noStrike" spc="-1" dirty="0">
                <a:solidFill>
                  <a:schemeClr val="dk1"/>
                </a:solidFill>
                <a:latin typeface="Aptos"/>
              </a:rPr>
              <a:t>). Damit kann das Spiel direkt über das Terminal aus dem Source Code kompiliert werden. Wenn Visual Studio vorhanden ist und die Erweiterung C++ </a:t>
            </a:r>
            <a:r>
              <a:rPr lang="de-AT" sz="1800" b="0" strike="noStrike" spc="-1" dirty="0" err="1">
                <a:solidFill>
                  <a:schemeClr val="dk1"/>
                </a:solidFill>
                <a:latin typeface="Aptos"/>
              </a:rPr>
              <a:t>Build</a:t>
            </a:r>
            <a:r>
              <a:rPr lang="de-AT" sz="1800" b="0" strike="noStrike" spc="-1" dirty="0">
                <a:solidFill>
                  <a:schemeClr val="dk1"/>
                </a:solidFill>
                <a:latin typeface="Aptos"/>
              </a:rPr>
              <a:t> Essentials installiert wurde, lässt sich das Projekt damit noch einfacher erstellen.</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Um das Spiel auszuführen, muss die .exe‑Datei über das Terminal (CMD oder PowerShell) gestartet werden. Das Spiel initialisiert das bereits geöffnete Terminal und passt es automatisch an die Größe des Bildschirms an.</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Die gesamte Codebasis verwendet ausschließlich C++ Standardbibliotheken.</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Für das gesamte Projekt </a:t>
            </a:r>
            <a:r>
              <a:rPr lang="de-AT" sz="1800" b="0" strike="noStrike" spc="-1">
                <a:solidFill>
                  <a:schemeClr val="dk1"/>
                </a:solidFill>
                <a:latin typeface="Aptos"/>
              </a:rPr>
              <a:t>wurden </a:t>
            </a:r>
            <a:r>
              <a:rPr lang="de-AT" spc="-1">
                <a:solidFill>
                  <a:schemeClr val="dk1"/>
                </a:solidFill>
                <a:latin typeface="Aptos"/>
              </a:rPr>
              <a:t>308</a:t>
            </a:r>
            <a:r>
              <a:rPr lang="de-AT" sz="1800" b="0" strike="noStrike" spc="-1">
                <a:solidFill>
                  <a:schemeClr val="dk1"/>
                </a:solidFill>
                <a:latin typeface="Aptos"/>
              </a:rPr>
              <a:t> </a:t>
            </a:r>
            <a:r>
              <a:rPr lang="de-AT" sz="1800" b="0" strike="noStrike" spc="-1" dirty="0">
                <a:solidFill>
                  <a:schemeClr val="dk1"/>
                </a:solidFill>
                <a:latin typeface="Aptos"/>
              </a:rPr>
              <a:t>Stunden investiert. Dazu zählen das Schreiben des Codes, Recherche, Meetings zwischen den Teilnehmenden, das Verfassen der Dokumentation, Debugging, </a:t>
            </a:r>
            <a:r>
              <a:rPr lang="de-AT" sz="1800" b="0" strike="noStrike" spc="-1" dirty="0" err="1">
                <a:solidFill>
                  <a:schemeClr val="dk1"/>
                </a:solidFill>
                <a:latin typeface="Aptos"/>
              </a:rPr>
              <a:t>Refactoring</a:t>
            </a:r>
            <a:r>
              <a:rPr lang="de-AT" sz="1800" b="0" strike="noStrike" spc="-1" dirty="0">
                <a:solidFill>
                  <a:schemeClr val="dk1"/>
                </a:solidFill>
                <a:latin typeface="Aptos"/>
              </a:rPr>
              <a:t> sowie die Vorbereitung der Präsentationen.</a:t>
            </a:r>
            <a:endParaRPr lang="de-DE" sz="1800" b="0" strike="noStrike" spc="-1" dirty="0">
              <a:solidFill>
                <a:srgbClr val="000000"/>
              </a:solidFill>
              <a:latin typeface="Arial"/>
            </a:endParaRPr>
          </a:p>
        </p:txBody>
      </p:sp>
      <p:sp>
        <p:nvSpPr>
          <p:cNvPr id="147" name="Textfeld 2"/>
          <p:cNvSpPr/>
          <p:nvPr/>
        </p:nvSpPr>
        <p:spPr>
          <a:xfrm>
            <a:off x="11695680" y="6488640"/>
            <a:ext cx="4957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14</a:t>
            </a:r>
            <a:endParaRPr lang="de-DE" sz="1800" b="0" strike="noStrike" spc="-1">
              <a:solidFill>
                <a:srgbClr val="000000"/>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Untertitel 2"/>
          <p:cNvSpPr/>
          <p:nvPr/>
        </p:nvSpPr>
        <p:spPr>
          <a:xfrm>
            <a:off x="1523880" y="1404000"/>
            <a:ext cx="9143640" cy="73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algn="ctr" defTabSz="914400">
              <a:lnSpc>
                <a:spcPct val="90000"/>
              </a:lnSpc>
              <a:spcBef>
                <a:spcPts val="1001"/>
              </a:spcBef>
              <a:tabLst>
                <a:tab pos="0" algn="l"/>
              </a:tabLst>
            </a:pPr>
            <a:r>
              <a:rPr lang="de-DE" sz="4000" b="0" strike="noStrike" spc="-1">
                <a:solidFill>
                  <a:schemeClr val="dk1"/>
                </a:solidFill>
                <a:latin typeface="Aptos"/>
              </a:rPr>
              <a:t>Nachwort</a:t>
            </a:r>
            <a:endParaRPr lang="de-DE" sz="4000" b="0" strike="noStrike" spc="-1">
              <a:solidFill>
                <a:srgbClr val="000000"/>
              </a:solidFill>
              <a:latin typeface="Arial"/>
            </a:endParaRPr>
          </a:p>
        </p:txBody>
      </p:sp>
      <p:sp>
        <p:nvSpPr>
          <p:cNvPr id="149" name="Textfeld 3"/>
          <p:cNvSpPr/>
          <p:nvPr/>
        </p:nvSpPr>
        <p:spPr>
          <a:xfrm>
            <a:off x="662760" y="2136240"/>
            <a:ext cx="10866240" cy="3655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dirty="0">
                <a:solidFill>
                  <a:schemeClr val="dk1"/>
                </a:solidFill>
                <a:latin typeface="Aptos"/>
              </a:rPr>
              <a:t>Es war uns allen ein Vergnügen, miteinander zusammengearbeitet zu haben. Wir haben durch dieses Projekt viel gelernt und eindeutig davon profitiert. Neben dem Programmieren haben wir auch wertvolle Erfahrungen gesammelt – etwa wie man in einem Team arbeitet, wie man ein Projekt organisiert und entwickelt und, am wichtigsten, wie man Lösungen für Probleme findet. Denn Probleme treten während der Softwareentwicklung zwangsläufig immer wieder auf.</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Das Schwierigste für uns war der Anfang. Die Frage, die wir damals alle nicht beantworten konnten, lautete: Wo beginnt man, um ein so großes Projekt zu entwickeln? Doch nachdem wir den ersten Schritt gewagt hatten, verlief das Projekt reibungslos.</a:t>
            </a:r>
            <a:endParaRPr lang="de-DE" sz="1800" b="0" strike="noStrike" spc="-1" dirty="0">
              <a:solidFill>
                <a:srgbClr val="000000"/>
              </a:solidFill>
              <a:latin typeface="Arial"/>
            </a:endParaRPr>
          </a:p>
          <a:p>
            <a:pPr defTabSz="914400">
              <a:lnSpc>
                <a:spcPct val="100000"/>
              </a:lnSpc>
            </a:pPr>
            <a:endParaRPr lang="de-DE" sz="1800" b="0" strike="noStrike" spc="-1" dirty="0">
              <a:solidFill>
                <a:srgbClr val="000000"/>
              </a:solidFill>
              <a:latin typeface="Arial"/>
            </a:endParaRPr>
          </a:p>
          <a:p>
            <a:pPr defTabSz="914400">
              <a:lnSpc>
                <a:spcPct val="100000"/>
              </a:lnSpc>
            </a:pPr>
            <a:r>
              <a:rPr lang="de-AT" sz="1800" b="0" strike="noStrike" spc="-1" dirty="0">
                <a:solidFill>
                  <a:schemeClr val="dk1"/>
                </a:solidFill>
                <a:latin typeface="Aptos"/>
              </a:rPr>
              <a:t>Jetzt, nach sieben Sprints, sind wir am Ende angekommen. Doch dieses Ende ist in Wahrheit ein Anfang – ein Anfang neuer Herausforderungen, die wir mit Freude willkommen heißen.</a:t>
            </a:r>
            <a:endParaRPr lang="de-DE" sz="1800" b="0" strike="noStrike" spc="-1" dirty="0">
              <a:solidFill>
                <a:srgbClr val="000000"/>
              </a:solidFill>
              <a:latin typeface="Arial"/>
            </a:endParaRPr>
          </a:p>
        </p:txBody>
      </p:sp>
      <p:sp>
        <p:nvSpPr>
          <p:cNvPr id="150" name="Textfeld 2"/>
          <p:cNvSpPr/>
          <p:nvPr/>
        </p:nvSpPr>
        <p:spPr>
          <a:xfrm>
            <a:off x="11695680" y="6488640"/>
            <a:ext cx="4957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Aptos"/>
              </a:rPr>
              <a:t>15</a:t>
            </a:r>
            <a:endParaRPr lang="de-DE" sz="1800" b="0" strike="noStrike" spc="-1">
              <a:solidFill>
                <a:srgbClr val="000000"/>
              </a:solidFill>
              <a:latin typeface="Arial"/>
            </a:endParaRPr>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majorFont>
      <a:minorFont>
        <a:latin typeface="Aptos"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majorFont>
      <a:minorFont>
        <a:latin typeface="Aptos"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1238</Words>
  <Application>Microsoft Office PowerPoint</Application>
  <PresentationFormat>Breitbild</PresentationFormat>
  <Paragraphs>111</Paragraphs>
  <Slides>15</Slides>
  <Notes>0</Notes>
  <HiddenSlides>0</HiddenSlides>
  <MMClips>0</MMClips>
  <ScaleCrop>false</ScaleCrop>
  <HeadingPairs>
    <vt:vector size="6" baseType="variant">
      <vt:variant>
        <vt:lpstr>Verwendete Schriftarten</vt:lpstr>
      </vt:variant>
      <vt:variant>
        <vt:i4>6</vt:i4>
      </vt:variant>
      <vt:variant>
        <vt:lpstr>Design</vt:lpstr>
      </vt:variant>
      <vt:variant>
        <vt:i4>2</vt:i4>
      </vt:variant>
      <vt:variant>
        <vt:lpstr>Folientitel</vt:lpstr>
      </vt:variant>
      <vt:variant>
        <vt:i4>15</vt:i4>
      </vt:variant>
    </vt:vector>
  </HeadingPairs>
  <TitlesOfParts>
    <vt:vector size="23" baseType="lpstr">
      <vt:lpstr>Aptos</vt:lpstr>
      <vt:lpstr>Aptos Display</vt:lpstr>
      <vt:lpstr>Arial</vt:lpstr>
      <vt:lpstr>Symbol</vt:lpstr>
      <vt:lpstr>Times New Roman</vt:lpstr>
      <vt:lpstr>Wingdings</vt:lpstr>
      <vt:lpstr>Office</vt:lpstr>
      <vt:lpstr>Office</vt:lpstr>
      <vt:lpstr>RetroBattle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Antonios Sotiriou</dc:creator>
  <dc:description/>
  <cp:lastModifiedBy>Antonios Sotiriou</cp:lastModifiedBy>
  <cp:revision>2</cp:revision>
  <dcterms:created xsi:type="dcterms:W3CDTF">2026-06-10T16:50:38Z</dcterms:created>
  <dcterms:modified xsi:type="dcterms:W3CDTF">2026-06-21T18:55:47Z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Breitbild</vt:lpwstr>
  </property>
  <property fmtid="{D5CDD505-2E9C-101B-9397-08002B2CF9AE}" pid="3" name="Slides">
    <vt:i4>15</vt:i4>
  </property>
</Properties>
</file>