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0" r:id="rId2"/>
    <p:sldId id="256" r:id="rId3"/>
    <p:sldId id="257" r:id="rId4"/>
    <p:sldId id="259" r:id="rId5"/>
    <p:sldId id="258"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8540F9-7472-46B2-9889-0017D0ACA2AC}" v="28" dt="2026-06-16T23:23:19.3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7" autoAdjust="0"/>
    <p:restoredTop sz="94660"/>
  </p:normalViewPr>
  <p:slideViewPr>
    <p:cSldViewPr snapToGrid="0">
      <p:cViewPr varScale="1">
        <p:scale>
          <a:sx n="72" d="100"/>
          <a:sy n="72" d="100"/>
        </p:scale>
        <p:origin x="91" y="4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tonios Sotiriou" userId="f9d563ee24b4f8cd" providerId="LiveId" clId="{885BA2ED-02AD-4824-AA11-05E4770634C6}"/>
    <pc:docChg chg="undo redo custSel addSld modSld sldOrd">
      <pc:chgData name="Antonios Sotiriou" userId="f9d563ee24b4f8cd" providerId="LiveId" clId="{885BA2ED-02AD-4824-AA11-05E4770634C6}" dt="2026-06-16T23:25:37.671" v="8396" actId="1076"/>
      <pc:docMkLst>
        <pc:docMk/>
      </pc:docMkLst>
      <pc:sldChg chg="addSp delSp modSp mod ord">
        <pc:chgData name="Antonios Sotiriou" userId="f9d563ee24b4f8cd" providerId="LiveId" clId="{885BA2ED-02AD-4824-AA11-05E4770634C6}" dt="2026-06-16T22:59:44.721" v="8149" actId="120"/>
        <pc:sldMkLst>
          <pc:docMk/>
          <pc:sldMk cId="942109099" sldId="256"/>
        </pc:sldMkLst>
        <pc:spChg chg="del">
          <ac:chgData name="Antonios Sotiriou" userId="f9d563ee24b4f8cd" providerId="LiveId" clId="{885BA2ED-02AD-4824-AA11-05E4770634C6}" dt="2026-06-16T21:00:20.478" v="7008" actId="478"/>
          <ac:spMkLst>
            <pc:docMk/>
            <pc:sldMk cId="942109099" sldId="256"/>
            <ac:spMk id="2" creationId="{573C14C5-FCD1-7321-2CC0-5B7818CEF322}"/>
          </ac:spMkLst>
        </pc:spChg>
        <pc:spChg chg="del">
          <ac:chgData name="Antonios Sotiriou" userId="f9d563ee24b4f8cd" providerId="LiveId" clId="{885BA2ED-02AD-4824-AA11-05E4770634C6}" dt="2026-06-16T21:00:16.796" v="7007" actId="478"/>
          <ac:spMkLst>
            <pc:docMk/>
            <pc:sldMk cId="942109099" sldId="256"/>
            <ac:spMk id="3" creationId="{8EA74A95-1E23-A397-B5F3-21366E6ECF36}"/>
          </ac:spMkLst>
        </pc:spChg>
        <pc:spChg chg="mod">
          <ac:chgData name="Antonios Sotiriou" userId="f9d563ee24b4f8cd" providerId="LiveId" clId="{885BA2ED-02AD-4824-AA11-05E4770634C6}" dt="2026-06-16T22:59:44.721" v="8149" actId="120"/>
          <ac:spMkLst>
            <pc:docMk/>
            <pc:sldMk cId="942109099" sldId="256"/>
            <ac:spMk id="4" creationId="{C642BC5A-FA5A-4781-0385-DBE5C04211D0}"/>
          </ac:spMkLst>
        </pc:spChg>
        <pc:spChg chg="add del mod">
          <ac:chgData name="Antonios Sotiriou" userId="f9d563ee24b4f8cd" providerId="LiveId" clId="{885BA2ED-02AD-4824-AA11-05E4770634C6}" dt="2026-06-16T21:00:25.806" v="7010" actId="478"/>
          <ac:spMkLst>
            <pc:docMk/>
            <pc:sldMk cId="942109099" sldId="256"/>
            <ac:spMk id="6" creationId="{9831C92A-F424-25EC-7219-D2EEC36B7268}"/>
          </ac:spMkLst>
        </pc:spChg>
        <pc:spChg chg="add del mod">
          <ac:chgData name="Antonios Sotiriou" userId="f9d563ee24b4f8cd" providerId="LiveId" clId="{885BA2ED-02AD-4824-AA11-05E4770634C6}" dt="2026-06-16T21:00:22.555" v="7009" actId="478"/>
          <ac:spMkLst>
            <pc:docMk/>
            <pc:sldMk cId="942109099" sldId="256"/>
            <ac:spMk id="8" creationId="{99284947-5241-8B0E-221E-93E2EC678808}"/>
          </ac:spMkLst>
        </pc:spChg>
        <pc:spChg chg="add mod">
          <ac:chgData name="Antonios Sotiriou" userId="f9d563ee24b4f8cd" providerId="LiveId" clId="{885BA2ED-02AD-4824-AA11-05E4770634C6}" dt="2026-06-16T21:03:38.260" v="7039" actId="20577"/>
          <ac:spMkLst>
            <pc:docMk/>
            <pc:sldMk cId="942109099" sldId="256"/>
            <ac:spMk id="9" creationId="{09E62FE5-4913-4F1B-4BB3-751FBCE7A1AA}"/>
          </ac:spMkLst>
        </pc:spChg>
      </pc:sldChg>
      <pc:sldChg chg="addSp delSp modSp new mod">
        <pc:chgData name="Antonios Sotiriou" userId="f9d563ee24b4f8cd" providerId="LiveId" clId="{885BA2ED-02AD-4824-AA11-05E4770634C6}" dt="2026-06-16T21:03:45.276" v="7042" actId="20577"/>
        <pc:sldMkLst>
          <pc:docMk/>
          <pc:sldMk cId="1364831486" sldId="257"/>
        </pc:sldMkLst>
        <pc:spChg chg="add mod">
          <ac:chgData name="Antonios Sotiriou" userId="f9d563ee24b4f8cd" providerId="LiveId" clId="{885BA2ED-02AD-4824-AA11-05E4770634C6}" dt="2026-06-16T21:03:45.276" v="7042" actId="20577"/>
          <ac:spMkLst>
            <pc:docMk/>
            <pc:sldMk cId="1364831486" sldId="257"/>
            <ac:spMk id="2" creationId="{46EA0912-3947-1746-7045-BCAC4CE17834}"/>
          </ac:spMkLst>
        </pc:spChg>
        <pc:spChg chg="add mod">
          <ac:chgData name="Antonios Sotiriou" userId="f9d563ee24b4f8cd" providerId="LiveId" clId="{885BA2ED-02AD-4824-AA11-05E4770634C6}" dt="2026-06-10T17:35:22.550" v="203" actId="1076"/>
          <ac:spMkLst>
            <pc:docMk/>
            <pc:sldMk cId="1364831486" sldId="257"/>
            <ac:spMk id="3" creationId="{7ED5EC63-143D-DA75-CFEF-98986A275E78}"/>
          </ac:spMkLst>
        </pc:spChg>
        <pc:spChg chg="add mod">
          <ac:chgData name="Antonios Sotiriou" userId="f9d563ee24b4f8cd" providerId="LiveId" clId="{885BA2ED-02AD-4824-AA11-05E4770634C6}" dt="2026-06-12T11:24:02.979" v="4583" actId="20577"/>
          <ac:spMkLst>
            <pc:docMk/>
            <pc:sldMk cId="1364831486" sldId="257"/>
            <ac:spMk id="4" creationId="{BF2E2DE5-92FB-67B6-6E04-A514BC4B0E97}"/>
          </ac:spMkLst>
        </pc:spChg>
      </pc:sldChg>
      <pc:sldChg chg="addSp delSp modSp new mod">
        <pc:chgData name="Antonios Sotiriou" userId="f9d563ee24b4f8cd" providerId="LiveId" clId="{885BA2ED-02AD-4824-AA11-05E4770634C6}" dt="2026-06-16T21:04:03.803" v="7048" actId="20577"/>
        <pc:sldMkLst>
          <pc:docMk/>
          <pc:sldMk cId="2824563732" sldId="258"/>
        </pc:sldMkLst>
        <pc:spChg chg="add mod">
          <ac:chgData name="Antonios Sotiriou" userId="f9d563ee24b4f8cd" providerId="LiveId" clId="{885BA2ED-02AD-4824-AA11-05E4770634C6}" dt="2026-06-10T18:24:15.556" v="1182" actId="20577"/>
          <ac:spMkLst>
            <pc:docMk/>
            <pc:sldMk cId="2824563732" sldId="258"/>
            <ac:spMk id="2" creationId="{736F4638-876F-06E4-B2F3-CB86C80AB8FB}"/>
          </ac:spMkLst>
        </pc:spChg>
        <pc:spChg chg="add mod">
          <ac:chgData name="Antonios Sotiriou" userId="f9d563ee24b4f8cd" providerId="LiveId" clId="{885BA2ED-02AD-4824-AA11-05E4770634C6}" dt="2026-06-16T21:04:03.803" v="7048" actId="20577"/>
          <ac:spMkLst>
            <pc:docMk/>
            <pc:sldMk cId="2824563732" sldId="258"/>
            <ac:spMk id="3" creationId="{506C546B-C02E-8CA6-CDF1-651DD0324581}"/>
          </ac:spMkLst>
        </pc:spChg>
        <pc:spChg chg="add mod">
          <ac:chgData name="Antonios Sotiriou" userId="f9d563ee24b4f8cd" providerId="LiveId" clId="{885BA2ED-02AD-4824-AA11-05E4770634C6}" dt="2026-06-10T18:14:54.551" v="777" actId="1076"/>
          <ac:spMkLst>
            <pc:docMk/>
            <pc:sldMk cId="2824563732" sldId="258"/>
            <ac:spMk id="17" creationId="{7841DC79-2DD7-4C90-38CE-08BE606CF84D}"/>
          </ac:spMkLst>
        </pc:spChg>
        <pc:spChg chg="add mod">
          <ac:chgData name="Antonios Sotiriou" userId="f9d563ee24b4f8cd" providerId="LiveId" clId="{885BA2ED-02AD-4824-AA11-05E4770634C6}" dt="2026-06-10T18:25:02.101" v="1200" actId="20577"/>
          <ac:spMkLst>
            <pc:docMk/>
            <pc:sldMk cId="2824563732" sldId="258"/>
            <ac:spMk id="18" creationId="{37DE3F98-A7A9-C830-EF59-8E1356221624}"/>
          </ac:spMkLst>
        </pc:spChg>
        <pc:spChg chg="add mod">
          <ac:chgData name="Antonios Sotiriou" userId="f9d563ee24b4f8cd" providerId="LiveId" clId="{885BA2ED-02AD-4824-AA11-05E4770634C6}" dt="2026-06-10T18:24:52.995" v="1186" actId="20577"/>
          <ac:spMkLst>
            <pc:docMk/>
            <pc:sldMk cId="2824563732" sldId="258"/>
            <ac:spMk id="19" creationId="{DE024778-7B4F-60E3-B571-CB457B142C3C}"/>
          </ac:spMkLst>
        </pc:spChg>
        <pc:spChg chg="add mod">
          <ac:chgData name="Antonios Sotiriou" userId="f9d563ee24b4f8cd" providerId="LiveId" clId="{885BA2ED-02AD-4824-AA11-05E4770634C6}" dt="2026-06-10T18:18:50.106" v="981" actId="20577"/>
          <ac:spMkLst>
            <pc:docMk/>
            <pc:sldMk cId="2824563732" sldId="258"/>
            <ac:spMk id="20" creationId="{7065CEEC-15D4-B2AC-CFD4-146E5784E577}"/>
          </ac:spMkLst>
        </pc:spChg>
        <pc:spChg chg="add mod">
          <ac:chgData name="Antonios Sotiriou" userId="f9d563ee24b4f8cd" providerId="LiveId" clId="{885BA2ED-02AD-4824-AA11-05E4770634C6}" dt="2026-06-10T18:20:29.791" v="1037" actId="1076"/>
          <ac:spMkLst>
            <pc:docMk/>
            <pc:sldMk cId="2824563732" sldId="258"/>
            <ac:spMk id="21" creationId="{F81413F9-359F-6F17-DEAD-33257DFB2936}"/>
          </ac:spMkLst>
        </pc:spChg>
        <pc:spChg chg="add mod">
          <ac:chgData name="Antonios Sotiriou" userId="f9d563ee24b4f8cd" providerId="LiveId" clId="{885BA2ED-02AD-4824-AA11-05E4770634C6}" dt="2026-06-10T18:23:50.567" v="1177" actId="1076"/>
          <ac:spMkLst>
            <pc:docMk/>
            <pc:sldMk cId="2824563732" sldId="258"/>
            <ac:spMk id="22" creationId="{5A9E879B-0453-B0FB-5E8E-408DB46AAC77}"/>
          </ac:spMkLst>
        </pc:spChg>
        <pc:spChg chg="add del mod">
          <ac:chgData name="Antonios Sotiriou" userId="f9d563ee24b4f8cd" providerId="LiveId" clId="{885BA2ED-02AD-4824-AA11-05E4770634C6}" dt="2026-06-10T18:23:42.977" v="1176" actId="20577"/>
          <ac:spMkLst>
            <pc:docMk/>
            <pc:sldMk cId="2824563732" sldId="258"/>
            <ac:spMk id="24" creationId="{E6EF2216-2132-3F6C-F1B0-479859EEEDBF}"/>
          </ac:spMkLst>
        </pc:spChg>
        <pc:picChg chg="add mod">
          <ac:chgData name="Antonios Sotiriou" userId="f9d563ee24b4f8cd" providerId="LiveId" clId="{885BA2ED-02AD-4824-AA11-05E4770634C6}" dt="2026-06-10T18:14:49.290" v="776" actId="1076"/>
          <ac:picMkLst>
            <pc:docMk/>
            <pc:sldMk cId="2824563732" sldId="258"/>
            <ac:picMk id="4" creationId="{7CFB815E-D395-D4BC-5FED-CAD9DFACB386}"/>
          </ac:picMkLst>
        </pc:picChg>
        <pc:picChg chg="add mod">
          <ac:chgData name="Antonios Sotiriou" userId="f9d563ee24b4f8cd" providerId="LiveId" clId="{885BA2ED-02AD-4824-AA11-05E4770634C6}" dt="2026-06-10T18:14:59.518" v="778" actId="1076"/>
          <ac:picMkLst>
            <pc:docMk/>
            <pc:sldMk cId="2824563732" sldId="258"/>
            <ac:picMk id="6" creationId="{0D3F646E-5746-001E-03D3-9CCDF57E1CD1}"/>
          </ac:picMkLst>
        </pc:picChg>
        <pc:picChg chg="add mod">
          <ac:chgData name="Antonios Sotiriou" userId="f9d563ee24b4f8cd" providerId="LiveId" clId="{885BA2ED-02AD-4824-AA11-05E4770634C6}" dt="2026-06-10T18:12:26.860" v="677" actId="1076"/>
          <ac:picMkLst>
            <pc:docMk/>
            <pc:sldMk cId="2824563732" sldId="258"/>
            <ac:picMk id="8" creationId="{FC9C8220-C2B2-BE98-91A0-208575E3C4AA}"/>
          </ac:picMkLst>
        </pc:picChg>
        <pc:picChg chg="add mod">
          <ac:chgData name="Antonios Sotiriou" userId="f9d563ee24b4f8cd" providerId="LiveId" clId="{885BA2ED-02AD-4824-AA11-05E4770634C6}" dt="2026-06-10T18:12:16.507" v="676" actId="1076"/>
          <ac:picMkLst>
            <pc:docMk/>
            <pc:sldMk cId="2824563732" sldId="258"/>
            <ac:picMk id="10" creationId="{9ECFB4E5-9C05-7799-5DF8-AC7ADDCB0C7E}"/>
          </ac:picMkLst>
        </pc:picChg>
        <pc:picChg chg="add mod">
          <ac:chgData name="Antonios Sotiriou" userId="f9d563ee24b4f8cd" providerId="LiveId" clId="{885BA2ED-02AD-4824-AA11-05E4770634C6}" dt="2026-06-10T18:19:40.121" v="1003" actId="1076"/>
          <ac:picMkLst>
            <pc:docMk/>
            <pc:sldMk cId="2824563732" sldId="258"/>
            <ac:picMk id="12" creationId="{67AA9615-C4FE-1518-0E48-85DE5BBEF934}"/>
          </ac:picMkLst>
        </pc:picChg>
        <pc:picChg chg="add mod">
          <ac:chgData name="Antonios Sotiriou" userId="f9d563ee24b4f8cd" providerId="LiveId" clId="{885BA2ED-02AD-4824-AA11-05E4770634C6}" dt="2026-06-10T18:23:53.821" v="1178" actId="1076"/>
          <ac:picMkLst>
            <pc:docMk/>
            <pc:sldMk cId="2824563732" sldId="258"/>
            <ac:picMk id="14" creationId="{243E96B4-90D3-CB21-122A-FC837A07AFBD}"/>
          </ac:picMkLst>
        </pc:picChg>
        <pc:picChg chg="add mod">
          <ac:chgData name="Antonios Sotiriou" userId="f9d563ee24b4f8cd" providerId="LiveId" clId="{885BA2ED-02AD-4824-AA11-05E4770634C6}" dt="2026-06-10T18:12:52.687" v="682" actId="1076"/>
          <ac:picMkLst>
            <pc:docMk/>
            <pc:sldMk cId="2824563732" sldId="258"/>
            <ac:picMk id="16" creationId="{4072FEC7-3BBC-0ADB-E568-9621F089B7D4}"/>
          </ac:picMkLst>
        </pc:picChg>
      </pc:sldChg>
      <pc:sldChg chg="addSp delSp modSp new mod">
        <pc:chgData name="Antonios Sotiriou" userId="f9d563ee24b4f8cd" providerId="LiveId" clId="{885BA2ED-02AD-4824-AA11-05E4770634C6}" dt="2026-06-16T21:03:53.988" v="7045" actId="20577"/>
        <pc:sldMkLst>
          <pc:docMk/>
          <pc:sldMk cId="1198957519" sldId="259"/>
        </pc:sldMkLst>
        <pc:spChg chg="add mod">
          <ac:chgData name="Antonios Sotiriou" userId="f9d563ee24b4f8cd" providerId="LiveId" clId="{885BA2ED-02AD-4824-AA11-05E4770634C6}" dt="2026-06-10T17:59:07.249" v="614" actId="1076"/>
          <ac:spMkLst>
            <pc:docMk/>
            <pc:sldMk cId="1198957519" sldId="259"/>
            <ac:spMk id="2" creationId="{DC7CFD71-5C17-A685-D187-D426E6D317A3}"/>
          </ac:spMkLst>
        </pc:spChg>
        <pc:spChg chg="add mod">
          <ac:chgData name="Antonios Sotiriou" userId="f9d563ee24b4f8cd" providerId="LiveId" clId="{885BA2ED-02AD-4824-AA11-05E4770634C6}" dt="2026-06-16T21:03:53.988" v="7045" actId="20577"/>
          <ac:spMkLst>
            <pc:docMk/>
            <pc:sldMk cId="1198957519" sldId="259"/>
            <ac:spMk id="3" creationId="{F49A7E5E-FBD2-A294-DB19-28053A7EAE87}"/>
          </ac:spMkLst>
        </pc:spChg>
        <pc:spChg chg="add mod">
          <ac:chgData name="Antonios Sotiriou" userId="f9d563ee24b4f8cd" providerId="LiveId" clId="{885BA2ED-02AD-4824-AA11-05E4770634C6}" dt="2026-06-10T17:59:16.881" v="615" actId="20577"/>
          <ac:spMkLst>
            <pc:docMk/>
            <pc:sldMk cId="1198957519" sldId="259"/>
            <ac:spMk id="4" creationId="{74E3B299-8832-E0F1-5F59-BBCB36C961B8}"/>
          </ac:spMkLst>
        </pc:spChg>
      </pc:sldChg>
      <pc:sldChg chg="addSp delSp modSp add mod ord">
        <pc:chgData name="Antonios Sotiriou" userId="f9d563ee24b4f8cd" providerId="LiveId" clId="{885BA2ED-02AD-4824-AA11-05E4770634C6}" dt="2026-06-16T21:04:13.079" v="7051" actId="20577"/>
        <pc:sldMkLst>
          <pc:docMk/>
          <pc:sldMk cId="1054288876" sldId="260"/>
        </pc:sldMkLst>
        <pc:spChg chg="mod">
          <ac:chgData name="Antonios Sotiriou" userId="f9d563ee24b4f8cd" providerId="LiveId" clId="{885BA2ED-02AD-4824-AA11-05E4770634C6}" dt="2026-06-10T18:35:26.348" v="1503" actId="1076"/>
          <ac:spMkLst>
            <pc:docMk/>
            <pc:sldMk cId="1054288876" sldId="260"/>
            <ac:spMk id="2" creationId="{A4270FE5-A52F-31FA-EC7E-3265FDDC6082}"/>
          </ac:spMkLst>
        </pc:spChg>
        <pc:spChg chg="add mod">
          <ac:chgData name="Antonios Sotiriou" userId="f9d563ee24b4f8cd" providerId="LiveId" clId="{885BA2ED-02AD-4824-AA11-05E4770634C6}" dt="2026-06-10T18:32:13.234" v="1404" actId="1076"/>
          <ac:spMkLst>
            <pc:docMk/>
            <pc:sldMk cId="1054288876" sldId="260"/>
            <ac:spMk id="3" creationId="{97A7A67B-AD28-3196-8140-32CFF7CE0387}"/>
          </ac:spMkLst>
        </pc:spChg>
        <pc:spChg chg="mod">
          <ac:chgData name="Antonios Sotiriou" userId="f9d563ee24b4f8cd" providerId="LiveId" clId="{885BA2ED-02AD-4824-AA11-05E4770634C6}" dt="2026-06-10T18:52:28.227" v="1987" actId="255"/>
          <ac:spMkLst>
            <pc:docMk/>
            <pc:sldMk cId="1054288876" sldId="260"/>
            <ac:spMk id="4" creationId="{6A8506C1-7ACC-6788-6939-FCEF714DFAF9}"/>
          </ac:spMkLst>
        </pc:spChg>
        <pc:spChg chg="add mod">
          <ac:chgData name="Antonios Sotiriou" userId="f9d563ee24b4f8cd" providerId="LiveId" clId="{885BA2ED-02AD-4824-AA11-05E4770634C6}" dt="2026-06-16T21:04:13.079" v="7051" actId="20577"/>
          <ac:spMkLst>
            <pc:docMk/>
            <pc:sldMk cId="1054288876" sldId="260"/>
            <ac:spMk id="5" creationId="{9AF358B1-CADB-C5B8-26F3-50B683ECAC6A}"/>
          </ac:spMkLst>
        </pc:spChg>
        <pc:spChg chg="add mod">
          <ac:chgData name="Antonios Sotiriou" userId="f9d563ee24b4f8cd" providerId="LiveId" clId="{885BA2ED-02AD-4824-AA11-05E4770634C6}" dt="2026-06-11T19:03:19.165" v="4462" actId="20577"/>
          <ac:spMkLst>
            <pc:docMk/>
            <pc:sldMk cId="1054288876" sldId="260"/>
            <ac:spMk id="7" creationId="{54AB05E4-0645-7D6E-71B3-357BB8B981D0}"/>
          </ac:spMkLst>
        </pc:spChg>
        <pc:spChg chg="add mod">
          <ac:chgData name="Antonios Sotiriou" userId="f9d563ee24b4f8cd" providerId="LiveId" clId="{885BA2ED-02AD-4824-AA11-05E4770634C6}" dt="2026-06-10T18:58:28.498" v="2014" actId="1076"/>
          <ac:spMkLst>
            <pc:docMk/>
            <pc:sldMk cId="1054288876" sldId="260"/>
            <ac:spMk id="8" creationId="{20204AB8-CED7-81D1-15E4-6537EF1CB402}"/>
          </ac:spMkLst>
        </pc:spChg>
        <pc:spChg chg="add mod">
          <ac:chgData name="Antonios Sotiriou" userId="f9d563ee24b4f8cd" providerId="LiveId" clId="{885BA2ED-02AD-4824-AA11-05E4770634C6}" dt="2026-06-11T19:04:07.118" v="4484" actId="1076"/>
          <ac:spMkLst>
            <pc:docMk/>
            <pc:sldMk cId="1054288876" sldId="260"/>
            <ac:spMk id="11" creationId="{18DEB3A5-8E74-0EF5-34DE-0B986A53AD1C}"/>
          </ac:spMkLst>
        </pc:spChg>
        <pc:spChg chg="add mod">
          <ac:chgData name="Antonios Sotiriou" userId="f9d563ee24b4f8cd" providerId="LiveId" clId="{885BA2ED-02AD-4824-AA11-05E4770634C6}" dt="2026-06-11T19:04:18.100" v="4486" actId="1076"/>
          <ac:spMkLst>
            <pc:docMk/>
            <pc:sldMk cId="1054288876" sldId="260"/>
            <ac:spMk id="12" creationId="{522D1282-30ED-E753-FDC4-58B6F301DB0F}"/>
          </ac:spMkLst>
        </pc:spChg>
        <pc:spChg chg="add mod">
          <ac:chgData name="Antonios Sotiriou" userId="f9d563ee24b4f8cd" providerId="LiveId" clId="{885BA2ED-02AD-4824-AA11-05E4770634C6}" dt="2026-06-10T18:56:05.952" v="1993" actId="1076"/>
          <ac:spMkLst>
            <pc:docMk/>
            <pc:sldMk cId="1054288876" sldId="260"/>
            <ac:spMk id="15" creationId="{0041F221-8BC5-812E-C1EF-BA75D22F7677}"/>
          </ac:spMkLst>
        </pc:spChg>
        <pc:spChg chg="add mod">
          <ac:chgData name="Antonios Sotiriou" userId="f9d563ee24b4f8cd" providerId="LiveId" clId="{885BA2ED-02AD-4824-AA11-05E4770634C6}" dt="2026-06-10T18:55:37.372" v="1990" actId="1076"/>
          <ac:spMkLst>
            <pc:docMk/>
            <pc:sldMk cId="1054288876" sldId="260"/>
            <ac:spMk id="18" creationId="{54B33C16-DDD6-14F8-74A5-2B014EFCB808}"/>
          </ac:spMkLst>
        </pc:spChg>
        <pc:spChg chg="add mod">
          <ac:chgData name="Antonios Sotiriou" userId="f9d563ee24b4f8cd" providerId="LiveId" clId="{885BA2ED-02AD-4824-AA11-05E4770634C6}" dt="2026-06-14T20:48:53.852" v="4845" actId="20577"/>
          <ac:spMkLst>
            <pc:docMk/>
            <pc:sldMk cId="1054288876" sldId="260"/>
            <ac:spMk id="19" creationId="{E4625870-D47B-B2A5-4EEC-FCE783B73DA0}"/>
          </ac:spMkLst>
        </pc:spChg>
        <pc:spChg chg="add mod">
          <ac:chgData name="Antonios Sotiriou" userId="f9d563ee24b4f8cd" providerId="LiveId" clId="{885BA2ED-02AD-4824-AA11-05E4770634C6}" dt="2026-06-14T20:49:56.772" v="4865" actId="20577"/>
          <ac:spMkLst>
            <pc:docMk/>
            <pc:sldMk cId="1054288876" sldId="260"/>
            <ac:spMk id="20" creationId="{20FD531A-1B36-89C8-755B-1ADFF3B724C5}"/>
          </ac:spMkLst>
        </pc:spChg>
        <pc:spChg chg="add mod">
          <ac:chgData name="Antonios Sotiriou" userId="f9d563ee24b4f8cd" providerId="LiveId" clId="{885BA2ED-02AD-4824-AA11-05E4770634C6}" dt="2026-06-10T18:49:57.671" v="1937" actId="1076"/>
          <ac:spMkLst>
            <pc:docMk/>
            <pc:sldMk cId="1054288876" sldId="260"/>
            <ac:spMk id="21" creationId="{E5368264-6DEE-5D01-A9F9-F68F1D6DF288}"/>
          </ac:spMkLst>
        </pc:spChg>
        <pc:spChg chg="add mod">
          <ac:chgData name="Antonios Sotiriou" userId="f9d563ee24b4f8cd" providerId="LiveId" clId="{885BA2ED-02AD-4824-AA11-05E4770634C6}" dt="2026-06-10T18:49:47.198" v="1936" actId="1076"/>
          <ac:spMkLst>
            <pc:docMk/>
            <pc:sldMk cId="1054288876" sldId="260"/>
            <ac:spMk id="22" creationId="{E780782F-F995-F031-7B10-B0E7E64429BF}"/>
          </ac:spMkLst>
        </pc:spChg>
        <pc:spChg chg="add mod">
          <ac:chgData name="Antonios Sotiriou" userId="f9d563ee24b4f8cd" providerId="LiveId" clId="{885BA2ED-02AD-4824-AA11-05E4770634C6}" dt="2026-06-14T20:50:54.053" v="4878" actId="20577"/>
          <ac:spMkLst>
            <pc:docMk/>
            <pc:sldMk cId="1054288876" sldId="260"/>
            <ac:spMk id="23" creationId="{D3DEEA64-D388-856B-4941-1F3DF4EC6DDC}"/>
          </ac:spMkLst>
        </pc:spChg>
        <pc:spChg chg="add mod">
          <ac:chgData name="Antonios Sotiriou" userId="f9d563ee24b4f8cd" providerId="LiveId" clId="{885BA2ED-02AD-4824-AA11-05E4770634C6}" dt="2026-06-10T18:51:43.700" v="1983" actId="1076"/>
          <ac:spMkLst>
            <pc:docMk/>
            <pc:sldMk cId="1054288876" sldId="260"/>
            <ac:spMk id="24" creationId="{8E42FFBB-16FD-7270-117C-669DF94294C0}"/>
          </ac:spMkLst>
        </pc:spChg>
        <pc:picChg chg="add mod">
          <ac:chgData name="Antonios Sotiriou" userId="f9d563ee24b4f8cd" providerId="LiveId" clId="{885BA2ED-02AD-4824-AA11-05E4770634C6}" dt="2026-06-10T18:58:15.140" v="2013" actId="1076"/>
          <ac:picMkLst>
            <pc:docMk/>
            <pc:sldMk cId="1054288876" sldId="260"/>
            <ac:picMk id="6" creationId="{CB7B8A3B-EFEA-A898-D9FB-2D1EE7ADD29C}"/>
          </ac:picMkLst>
        </pc:picChg>
        <pc:picChg chg="add mod">
          <ac:chgData name="Antonios Sotiriou" userId="f9d563ee24b4f8cd" providerId="LiveId" clId="{885BA2ED-02AD-4824-AA11-05E4770634C6}" dt="2026-06-11T19:02:56.639" v="4455" actId="1076"/>
          <ac:picMkLst>
            <pc:docMk/>
            <pc:sldMk cId="1054288876" sldId="260"/>
            <ac:picMk id="10" creationId="{6F4E124A-068F-41D2-0EB9-8232CCA41EC9}"/>
          </ac:picMkLst>
        </pc:picChg>
        <pc:picChg chg="add mod">
          <ac:chgData name="Antonios Sotiriou" userId="f9d563ee24b4f8cd" providerId="LiveId" clId="{885BA2ED-02AD-4824-AA11-05E4770634C6}" dt="2026-06-10T18:55:29.134" v="1989" actId="1076"/>
          <ac:picMkLst>
            <pc:docMk/>
            <pc:sldMk cId="1054288876" sldId="260"/>
            <ac:picMk id="14" creationId="{FF4ECBA4-F492-B1F7-CCEB-ADCE0FC7830F}"/>
          </ac:picMkLst>
        </pc:picChg>
      </pc:sldChg>
      <pc:sldChg chg="addSp modSp add mod ord">
        <pc:chgData name="Antonios Sotiriou" userId="f9d563ee24b4f8cd" providerId="LiveId" clId="{885BA2ED-02AD-4824-AA11-05E4770634C6}" dt="2026-06-16T21:04:21.565" v="7054" actId="20577"/>
        <pc:sldMkLst>
          <pc:docMk/>
          <pc:sldMk cId="2097383496" sldId="261"/>
        </pc:sldMkLst>
        <pc:spChg chg="mod">
          <ac:chgData name="Antonios Sotiriou" userId="f9d563ee24b4f8cd" providerId="LiveId" clId="{885BA2ED-02AD-4824-AA11-05E4770634C6}" dt="2026-06-16T20:57:18.814" v="6809" actId="20577"/>
          <ac:spMkLst>
            <pc:docMk/>
            <pc:sldMk cId="2097383496" sldId="261"/>
            <ac:spMk id="2" creationId="{792722A8-A1F6-F878-6A9D-76A619F64C9E}"/>
          </ac:spMkLst>
        </pc:spChg>
        <pc:spChg chg="add mod">
          <ac:chgData name="Antonios Sotiriou" userId="f9d563ee24b4f8cd" providerId="LiveId" clId="{885BA2ED-02AD-4824-AA11-05E4770634C6}" dt="2026-06-16T21:04:21.565" v="7054" actId="20577"/>
          <ac:spMkLst>
            <pc:docMk/>
            <pc:sldMk cId="2097383496" sldId="261"/>
            <ac:spMk id="3" creationId="{0BAA6583-8567-D76E-B8AE-9BF6E93EB4B3}"/>
          </ac:spMkLst>
        </pc:spChg>
        <pc:spChg chg="mod">
          <ac:chgData name="Antonios Sotiriou" userId="f9d563ee24b4f8cd" providerId="LiveId" clId="{885BA2ED-02AD-4824-AA11-05E4770634C6}" dt="2026-06-12T11:30:17.950" v="4620" actId="20577"/>
          <ac:spMkLst>
            <pc:docMk/>
            <pc:sldMk cId="2097383496" sldId="261"/>
            <ac:spMk id="4" creationId="{43BF5B95-913E-7668-4546-3495E2C440C6}"/>
          </ac:spMkLst>
        </pc:spChg>
        <pc:picChg chg="add mod">
          <ac:chgData name="Antonios Sotiriou" userId="f9d563ee24b4f8cd" providerId="LiveId" clId="{885BA2ED-02AD-4824-AA11-05E4770634C6}" dt="2026-06-10T19:04:52.502" v="2268" actId="1076"/>
          <ac:picMkLst>
            <pc:docMk/>
            <pc:sldMk cId="2097383496" sldId="261"/>
            <ac:picMk id="5" creationId="{79F44E57-FFD8-9B20-2657-4311B8FE6F04}"/>
          </ac:picMkLst>
        </pc:picChg>
      </pc:sldChg>
      <pc:sldChg chg="addSp delSp modSp add mod">
        <pc:chgData name="Antonios Sotiriou" userId="f9d563ee24b4f8cd" providerId="LiveId" clId="{885BA2ED-02AD-4824-AA11-05E4770634C6}" dt="2026-06-16T21:04:29.171" v="7057" actId="20577"/>
        <pc:sldMkLst>
          <pc:docMk/>
          <pc:sldMk cId="3540821133" sldId="262"/>
        </pc:sldMkLst>
        <pc:spChg chg="mod">
          <ac:chgData name="Antonios Sotiriou" userId="f9d563ee24b4f8cd" providerId="LiveId" clId="{885BA2ED-02AD-4824-AA11-05E4770634C6}" dt="2026-06-16T20:58:51.711" v="6917" actId="20577"/>
          <ac:spMkLst>
            <pc:docMk/>
            <pc:sldMk cId="3540821133" sldId="262"/>
            <ac:spMk id="2" creationId="{F8DDAE71-722A-D5A8-BB4B-459C0E477AB3}"/>
          </ac:spMkLst>
        </pc:spChg>
        <pc:spChg chg="add mod">
          <ac:chgData name="Antonios Sotiriou" userId="f9d563ee24b4f8cd" providerId="LiveId" clId="{885BA2ED-02AD-4824-AA11-05E4770634C6}" dt="2026-06-16T21:04:29.171" v="7057" actId="20577"/>
          <ac:spMkLst>
            <pc:docMk/>
            <pc:sldMk cId="3540821133" sldId="262"/>
            <ac:spMk id="3" creationId="{8A63BF4A-3C99-6090-B62C-16C33F9FE4FA}"/>
          </ac:spMkLst>
        </pc:spChg>
        <pc:spChg chg="mod">
          <ac:chgData name="Antonios Sotiriou" userId="f9d563ee24b4f8cd" providerId="LiveId" clId="{885BA2ED-02AD-4824-AA11-05E4770634C6}" dt="2026-06-10T19:15:27.689" v="2666" actId="20577"/>
          <ac:spMkLst>
            <pc:docMk/>
            <pc:sldMk cId="3540821133" sldId="262"/>
            <ac:spMk id="4" creationId="{56C5FF50-6DF4-CDF7-5F97-FF9A434B5C8C}"/>
          </ac:spMkLst>
        </pc:spChg>
        <pc:picChg chg="add mod">
          <ac:chgData name="Antonios Sotiriou" userId="f9d563ee24b4f8cd" providerId="LiveId" clId="{885BA2ED-02AD-4824-AA11-05E4770634C6}" dt="2026-06-10T19:17:13.195" v="2675" actId="1076"/>
          <ac:picMkLst>
            <pc:docMk/>
            <pc:sldMk cId="3540821133" sldId="262"/>
            <ac:picMk id="6" creationId="{633E64DE-6D0F-C159-D925-AF8212A091E0}"/>
          </ac:picMkLst>
        </pc:picChg>
      </pc:sldChg>
      <pc:sldChg chg="addSp delSp modSp add mod">
        <pc:chgData name="Antonios Sotiriou" userId="f9d563ee24b4f8cd" providerId="LiveId" clId="{885BA2ED-02AD-4824-AA11-05E4770634C6}" dt="2026-06-16T21:04:37.982" v="7060" actId="20577"/>
        <pc:sldMkLst>
          <pc:docMk/>
          <pc:sldMk cId="2293166907" sldId="263"/>
        </pc:sldMkLst>
        <pc:spChg chg="mod">
          <ac:chgData name="Antonios Sotiriou" userId="f9d563ee24b4f8cd" providerId="LiveId" clId="{885BA2ED-02AD-4824-AA11-05E4770634C6}" dt="2026-06-10T19:20:30.939" v="2701" actId="20577"/>
          <ac:spMkLst>
            <pc:docMk/>
            <pc:sldMk cId="2293166907" sldId="263"/>
            <ac:spMk id="2" creationId="{73F58F74-A76B-0FAD-726F-3DD1D812CA13}"/>
          </ac:spMkLst>
        </pc:spChg>
        <pc:spChg chg="add mod">
          <ac:chgData name="Antonios Sotiriou" userId="f9d563ee24b4f8cd" providerId="LiveId" clId="{885BA2ED-02AD-4824-AA11-05E4770634C6}" dt="2026-06-16T21:04:37.982" v="7060" actId="20577"/>
          <ac:spMkLst>
            <pc:docMk/>
            <pc:sldMk cId="2293166907" sldId="263"/>
            <ac:spMk id="3" creationId="{0B8819B4-DA21-B97B-9E8E-12CD352268AA}"/>
          </ac:spMkLst>
        </pc:spChg>
        <pc:spChg chg="mod">
          <ac:chgData name="Antonios Sotiriou" userId="f9d563ee24b4f8cd" providerId="LiveId" clId="{885BA2ED-02AD-4824-AA11-05E4770634C6}" dt="2026-06-12T11:35:08.533" v="4730" actId="1076"/>
          <ac:spMkLst>
            <pc:docMk/>
            <pc:sldMk cId="2293166907" sldId="263"/>
            <ac:spMk id="4" creationId="{169BB550-7AFC-9F97-7FB0-3493F3403AFA}"/>
          </ac:spMkLst>
        </pc:spChg>
        <pc:picChg chg="add mod">
          <ac:chgData name="Antonios Sotiriou" userId="f9d563ee24b4f8cd" providerId="LiveId" clId="{885BA2ED-02AD-4824-AA11-05E4770634C6}" dt="2026-06-10T19:27:15.231" v="3144" actId="1076"/>
          <ac:picMkLst>
            <pc:docMk/>
            <pc:sldMk cId="2293166907" sldId="263"/>
            <ac:picMk id="5" creationId="{A457A197-5E8B-3038-DB2A-25F770A166CC}"/>
          </ac:picMkLst>
        </pc:picChg>
      </pc:sldChg>
      <pc:sldChg chg="addSp delSp modSp add mod">
        <pc:chgData name="Antonios Sotiriou" userId="f9d563ee24b4f8cd" providerId="LiveId" clId="{885BA2ED-02AD-4824-AA11-05E4770634C6}" dt="2026-06-16T21:04:58.025" v="7064" actId="14100"/>
        <pc:sldMkLst>
          <pc:docMk/>
          <pc:sldMk cId="3922764095" sldId="264"/>
        </pc:sldMkLst>
        <pc:spChg chg="mod">
          <ac:chgData name="Antonios Sotiriou" userId="f9d563ee24b4f8cd" providerId="LiveId" clId="{885BA2ED-02AD-4824-AA11-05E4770634C6}" dt="2026-06-10T19:48:45.267" v="3686" actId="20577"/>
          <ac:spMkLst>
            <pc:docMk/>
            <pc:sldMk cId="3922764095" sldId="264"/>
            <ac:spMk id="2" creationId="{F85B0413-C813-62C0-7C12-37C40432F6DE}"/>
          </ac:spMkLst>
        </pc:spChg>
        <pc:spChg chg="add mod">
          <ac:chgData name="Antonios Sotiriou" userId="f9d563ee24b4f8cd" providerId="LiveId" clId="{885BA2ED-02AD-4824-AA11-05E4770634C6}" dt="2026-06-16T21:04:58.025" v="7064" actId="14100"/>
          <ac:spMkLst>
            <pc:docMk/>
            <pc:sldMk cId="3922764095" sldId="264"/>
            <ac:spMk id="3" creationId="{97E9083D-9524-1041-4784-AC5AE14A8BE0}"/>
          </ac:spMkLst>
        </pc:spChg>
        <pc:spChg chg="mod">
          <ac:chgData name="Antonios Sotiriou" userId="f9d563ee24b4f8cd" providerId="LiveId" clId="{885BA2ED-02AD-4824-AA11-05E4770634C6}" dt="2026-06-12T11:36:56.499" v="4737" actId="20577"/>
          <ac:spMkLst>
            <pc:docMk/>
            <pc:sldMk cId="3922764095" sldId="264"/>
            <ac:spMk id="4" creationId="{AC466EA8-36F7-3C48-005F-AC35B0B633CF}"/>
          </ac:spMkLst>
        </pc:spChg>
        <pc:picChg chg="add mod">
          <ac:chgData name="Antonios Sotiriou" userId="f9d563ee24b4f8cd" providerId="LiveId" clId="{885BA2ED-02AD-4824-AA11-05E4770634C6}" dt="2026-06-10T19:47:45.513" v="3655" actId="1076"/>
          <ac:picMkLst>
            <pc:docMk/>
            <pc:sldMk cId="3922764095" sldId="264"/>
            <ac:picMk id="6" creationId="{9BF60FB1-FD26-A50F-469F-9BB8D70A65CC}"/>
          </ac:picMkLst>
        </pc:picChg>
      </pc:sldChg>
      <pc:sldChg chg="addSp delSp modSp add mod">
        <pc:chgData name="Antonios Sotiriou" userId="f9d563ee24b4f8cd" providerId="LiveId" clId="{885BA2ED-02AD-4824-AA11-05E4770634C6}" dt="2026-06-16T21:05:10.861" v="7067" actId="20577"/>
        <pc:sldMkLst>
          <pc:docMk/>
          <pc:sldMk cId="2537524278" sldId="265"/>
        </pc:sldMkLst>
        <pc:spChg chg="mod">
          <ac:chgData name="Antonios Sotiriou" userId="f9d563ee24b4f8cd" providerId="LiveId" clId="{885BA2ED-02AD-4824-AA11-05E4770634C6}" dt="2026-06-10T19:49:02.820" v="3705" actId="20577"/>
          <ac:spMkLst>
            <pc:docMk/>
            <pc:sldMk cId="2537524278" sldId="265"/>
            <ac:spMk id="2" creationId="{87308A1E-4213-6F2D-6D7F-74EE25B0E197}"/>
          </ac:spMkLst>
        </pc:spChg>
        <pc:spChg chg="add mod">
          <ac:chgData name="Antonios Sotiriou" userId="f9d563ee24b4f8cd" providerId="LiveId" clId="{885BA2ED-02AD-4824-AA11-05E4770634C6}" dt="2026-06-16T21:05:10.861" v="7067" actId="20577"/>
          <ac:spMkLst>
            <pc:docMk/>
            <pc:sldMk cId="2537524278" sldId="265"/>
            <ac:spMk id="3" creationId="{C48BA7DB-19E3-148A-B4BA-36AAE26CF9B4}"/>
          </ac:spMkLst>
        </pc:spChg>
        <pc:spChg chg="mod">
          <ac:chgData name="Antonios Sotiriou" userId="f9d563ee24b4f8cd" providerId="LiveId" clId="{885BA2ED-02AD-4824-AA11-05E4770634C6}" dt="2026-06-12T11:40:58.342" v="4788" actId="20577"/>
          <ac:spMkLst>
            <pc:docMk/>
            <pc:sldMk cId="2537524278" sldId="265"/>
            <ac:spMk id="4" creationId="{EE4475CA-C476-0308-AA5F-32AEB48E5C43}"/>
          </ac:spMkLst>
        </pc:spChg>
        <pc:picChg chg="add mod">
          <ac:chgData name="Antonios Sotiriou" userId="f9d563ee24b4f8cd" providerId="LiveId" clId="{885BA2ED-02AD-4824-AA11-05E4770634C6}" dt="2026-06-12T11:41:15.467" v="4790" actId="1076"/>
          <ac:picMkLst>
            <pc:docMk/>
            <pc:sldMk cId="2537524278" sldId="265"/>
            <ac:picMk id="6" creationId="{ABFAE38F-E6E2-7B53-DC1A-E1CFA30DC04E}"/>
          </ac:picMkLst>
        </pc:picChg>
      </pc:sldChg>
      <pc:sldChg chg="addSp delSp modSp add mod">
        <pc:chgData name="Antonios Sotiriou" userId="f9d563ee24b4f8cd" providerId="LiveId" clId="{885BA2ED-02AD-4824-AA11-05E4770634C6}" dt="2026-06-16T21:05:18.838" v="7070" actId="20577"/>
        <pc:sldMkLst>
          <pc:docMk/>
          <pc:sldMk cId="4010395307" sldId="266"/>
        </pc:sldMkLst>
        <pc:spChg chg="add mod">
          <ac:chgData name="Antonios Sotiriou" userId="f9d563ee24b4f8cd" providerId="LiveId" clId="{885BA2ED-02AD-4824-AA11-05E4770634C6}" dt="2026-06-16T21:05:18.838" v="7070" actId="20577"/>
          <ac:spMkLst>
            <pc:docMk/>
            <pc:sldMk cId="4010395307" sldId="266"/>
            <ac:spMk id="3" creationId="{3F5FFFCB-E059-8121-C7AE-AEAA18B4093F}"/>
          </ac:spMkLst>
        </pc:spChg>
        <pc:spChg chg="mod">
          <ac:chgData name="Antonios Sotiriou" userId="f9d563ee24b4f8cd" providerId="LiveId" clId="{885BA2ED-02AD-4824-AA11-05E4770634C6}" dt="2026-06-12T11:44:18.065" v="4844" actId="20577"/>
          <ac:spMkLst>
            <pc:docMk/>
            <pc:sldMk cId="4010395307" sldId="266"/>
            <ac:spMk id="4" creationId="{19714577-D57F-4FA4-1154-0413BE1E7490}"/>
          </ac:spMkLst>
        </pc:spChg>
        <pc:picChg chg="add mod">
          <ac:chgData name="Antonios Sotiriou" userId="f9d563ee24b4f8cd" providerId="LiveId" clId="{885BA2ED-02AD-4824-AA11-05E4770634C6}" dt="2026-06-11T21:11:45.612" v="4541" actId="1076"/>
          <ac:picMkLst>
            <pc:docMk/>
            <pc:sldMk cId="4010395307" sldId="266"/>
            <ac:picMk id="5" creationId="{763975D3-EB8C-D6BA-8650-EF8EB580AFD8}"/>
          </ac:picMkLst>
        </pc:picChg>
      </pc:sldChg>
      <pc:sldChg chg="addSp delSp modSp add mod">
        <pc:chgData name="Antonios Sotiriou" userId="f9d563ee24b4f8cd" providerId="LiveId" clId="{885BA2ED-02AD-4824-AA11-05E4770634C6}" dt="2026-06-16T21:05:27.233" v="7073" actId="20577"/>
        <pc:sldMkLst>
          <pc:docMk/>
          <pc:sldMk cId="3531311718" sldId="267"/>
        </pc:sldMkLst>
        <pc:spChg chg="add mod">
          <ac:chgData name="Antonios Sotiriou" userId="f9d563ee24b4f8cd" providerId="LiveId" clId="{885BA2ED-02AD-4824-AA11-05E4770634C6}" dt="2026-06-16T21:05:27.233" v="7073" actId="20577"/>
          <ac:spMkLst>
            <pc:docMk/>
            <pc:sldMk cId="3531311718" sldId="267"/>
            <ac:spMk id="3" creationId="{FE74FE13-C03B-CD62-55EE-3C8EC81A9F18}"/>
          </ac:spMkLst>
        </pc:spChg>
        <pc:picChg chg="add mod">
          <ac:chgData name="Antonios Sotiriou" userId="f9d563ee24b4f8cd" providerId="LiveId" clId="{885BA2ED-02AD-4824-AA11-05E4770634C6}" dt="2026-06-11T21:12:31.365" v="4548" actId="1076"/>
          <ac:picMkLst>
            <pc:docMk/>
            <pc:sldMk cId="3531311718" sldId="267"/>
            <ac:picMk id="13" creationId="{FA16D0ED-8916-3A79-3C1C-D58B17E08B05}"/>
          </ac:picMkLst>
        </pc:picChg>
        <pc:picChg chg="add mod">
          <ac:chgData name="Antonios Sotiriou" userId="f9d563ee24b4f8cd" providerId="LiveId" clId="{885BA2ED-02AD-4824-AA11-05E4770634C6}" dt="2026-06-11T21:13:09.563" v="4555" actId="1076"/>
          <ac:picMkLst>
            <pc:docMk/>
            <pc:sldMk cId="3531311718" sldId="267"/>
            <ac:picMk id="15" creationId="{48089AF3-9F1C-1AA9-1C48-13B7534EAD4C}"/>
          </ac:picMkLst>
        </pc:picChg>
        <pc:picChg chg="add mod">
          <ac:chgData name="Antonios Sotiriou" userId="f9d563ee24b4f8cd" providerId="LiveId" clId="{885BA2ED-02AD-4824-AA11-05E4770634C6}" dt="2026-06-11T21:13:46.173" v="4562" actId="1076"/>
          <ac:picMkLst>
            <pc:docMk/>
            <pc:sldMk cId="3531311718" sldId="267"/>
            <ac:picMk id="17" creationId="{B6D7984C-90F8-55F7-F1F4-8522B195886D}"/>
          </ac:picMkLst>
        </pc:picChg>
        <pc:picChg chg="add mod">
          <ac:chgData name="Antonios Sotiriou" userId="f9d563ee24b4f8cd" providerId="LiveId" clId="{885BA2ED-02AD-4824-AA11-05E4770634C6}" dt="2026-06-11T21:14:22.316" v="4569" actId="1076"/>
          <ac:picMkLst>
            <pc:docMk/>
            <pc:sldMk cId="3531311718" sldId="267"/>
            <ac:picMk id="19" creationId="{F033ADD3-4ED6-6826-F49D-2AFFD19F3900}"/>
          </ac:picMkLst>
        </pc:picChg>
      </pc:sldChg>
      <pc:sldChg chg="addSp modSp add mod ord">
        <pc:chgData name="Antonios Sotiriou" userId="f9d563ee24b4f8cd" providerId="LiveId" clId="{885BA2ED-02AD-4824-AA11-05E4770634C6}" dt="2026-06-16T23:25:37.671" v="8396" actId="1076"/>
        <pc:sldMkLst>
          <pc:docMk/>
          <pc:sldMk cId="4011689171" sldId="268"/>
        </pc:sldMkLst>
        <pc:spChg chg="mod">
          <ac:chgData name="Antonios Sotiriou" userId="f9d563ee24b4f8cd" providerId="LiveId" clId="{885BA2ED-02AD-4824-AA11-05E4770634C6}" dt="2026-06-16T23:25:37.671" v="8396" actId="1076"/>
          <ac:spMkLst>
            <pc:docMk/>
            <pc:sldMk cId="4011689171" sldId="268"/>
            <ac:spMk id="2" creationId="{1528C6E3-1B10-7437-2731-C5197975B427}"/>
          </ac:spMkLst>
        </pc:spChg>
        <pc:spChg chg="add mod">
          <ac:chgData name="Antonios Sotiriou" userId="f9d563ee24b4f8cd" providerId="LiveId" clId="{885BA2ED-02AD-4824-AA11-05E4770634C6}" dt="2026-06-16T21:05:33.500" v="7076" actId="20577"/>
          <ac:spMkLst>
            <pc:docMk/>
            <pc:sldMk cId="4011689171" sldId="268"/>
            <ac:spMk id="3" creationId="{701F6E67-32B6-697F-7C2C-9C13F5088A9E}"/>
          </ac:spMkLst>
        </pc:spChg>
        <pc:spChg chg="mod">
          <ac:chgData name="Antonios Sotiriou" userId="f9d563ee24b4f8cd" providerId="LiveId" clId="{885BA2ED-02AD-4824-AA11-05E4770634C6}" dt="2026-06-16T23:25:33.495" v="8395" actId="1076"/>
          <ac:spMkLst>
            <pc:docMk/>
            <pc:sldMk cId="4011689171" sldId="268"/>
            <ac:spMk id="4" creationId="{7A8EF775-B133-8DA2-5133-82E6AC91788D}"/>
          </ac:spMkLst>
        </pc:spChg>
      </pc:sldChg>
      <pc:sldChg chg="addSp modSp add mod">
        <pc:chgData name="Antonios Sotiriou" userId="f9d563ee24b4f8cd" providerId="LiveId" clId="{885BA2ED-02AD-4824-AA11-05E4770634C6}" dt="2026-06-16T21:05:39.396" v="7079" actId="20577"/>
        <pc:sldMkLst>
          <pc:docMk/>
          <pc:sldMk cId="1494191656" sldId="269"/>
        </pc:sldMkLst>
        <pc:spChg chg="mod">
          <ac:chgData name="Antonios Sotiriou" userId="f9d563ee24b4f8cd" providerId="LiveId" clId="{885BA2ED-02AD-4824-AA11-05E4770634C6}" dt="2026-06-16T20:50:29.971" v="6679" actId="1076"/>
          <ac:spMkLst>
            <pc:docMk/>
            <pc:sldMk cId="1494191656" sldId="269"/>
            <ac:spMk id="2" creationId="{1BA3E424-9F63-8965-984B-8A8DC9BCFDC1}"/>
          </ac:spMkLst>
        </pc:spChg>
        <pc:spChg chg="add mod">
          <ac:chgData name="Antonios Sotiriou" userId="f9d563ee24b4f8cd" providerId="LiveId" clId="{885BA2ED-02AD-4824-AA11-05E4770634C6}" dt="2026-06-16T21:05:39.396" v="7079" actId="20577"/>
          <ac:spMkLst>
            <pc:docMk/>
            <pc:sldMk cId="1494191656" sldId="269"/>
            <ac:spMk id="3" creationId="{24855EB4-098C-3652-91F4-21ABED3E5009}"/>
          </ac:spMkLst>
        </pc:spChg>
        <pc:spChg chg="mod">
          <ac:chgData name="Antonios Sotiriou" userId="f9d563ee24b4f8cd" providerId="LiveId" clId="{885BA2ED-02AD-4824-AA11-05E4770634C6}" dt="2026-06-16T20:50:25.840" v="6678" actId="1076"/>
          <ac:spMkLst>
            <pc:docMk/>
            <pc:sldMk cId="1494191656" sldId="269"/>
            <ac:spMk id="4" creationId="{394FA8DE-8EDD-186A-C21D-3D3412D9CB73}"/>
          </ac:spMkLst>
        </pc:spChg>
      </pc:sldChg>
      <pc:sldChg chg="addSp modSp add mod">
        <pc:chgData name="Antonios Sotiriou" userId="f9d563ee24b4f8cd" providerId="LiveId" clId="{885BA2ED-02AD-4824-AA11-05E4770634C6}" dt="2026-06-16T21:03:16.100" v="7036" actId="1035"/>
        <pc:sldMkLst>
          <pc:docMk/>
          <pc:sldMk cId="4060312022" sldId="270"/>
        </pc:sldMkLst>
        <pc:spChg chg="mod">
          <ac:chgData name="Antonios Sotiriou" userId="f9d563ee24b4f8cd" providerId="LiveId" clId="{885BA2ED-02AD-4824-AA11-05E4770634C6}" dt="2026-06-16T21:03:16.100" v="7036" actId="1035"/>
          <ac:spMkLst>
            <pc:docMk/>
            <pc:sldMk cId="4060312022" sldId="270"/>
            <ac:spMk id="4" creationId="{D5399863-9607-7341-9BD3-CC43678AD83D}"/>
          </ac:spMkLst>
        </pc:spChg>
        <pc:spChg chg="add mod">
          <ac:chgData name="Antonios Sotiriou" userId="f9d563ee24b4f8cd" providerId="LiveId" clId="{885BA2ED-02AD-4824-AA11-05E4770634C6}" dt="2026-06-16T21:03:04.299" v="7034" actId="14100"/>
          <ac:spMkLst>
            <pc:docMk/>
            <pc:sldMk cId="4060312022" sldId="270"/>
            <ac:spMk id="5" creationId="{E247A2B2-3098-859D-F7FB-6C17238AF258}"/>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A3500A-63AB-8157-19E5-2B0FF6C180E3}"/>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de-AT"/>
          </a:p>
        </p:txBody>
      </p:sp>
      <p:sp>
        <p:nvSpPr>
          <p:cNvPr id="3" name="Untertitel 2">
            <a:extLst>
              <a:ext uri="{FF2B5EF4-FFF2-40B4-BE49-F238E27FC236}">
                <a16:creationId xmlns:a16="http://schemas.microsoft.com/office/drawing/2014/main" id="{DEF74D83-C708-3B99-532F-7DB33D3DA9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AT"/>
          </a:p>
        </p:txBody>
      </p:sp>
      <p:sp>
        <p:nvSpPr>
          <p:cNvPr id="4" name="Datumsplatzhalter 3">
            <a:extLst>
              <a:ext uri="{FF2B5EF4-FFF2-40B4-BE49-F238E27FC236}">
                <a16:creationId xmlns:a16="http://schemas.microsoft.com/office/drawing/2014/main" id="{B37EBC58-2A62-B23D-CE74-5C01827680A9}"/>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5" name="Fußzeilenplatzhalter 4">
            <a:extLst>
              <a:ext uri="{FF2B5EF4-FFF2-40B4-BE49-F238E27FC236}">
                <a16:creationId xmlns:a16="http://schemas.microsoft.com/office/drawing/2014/main" id="{1BA7FF8D-CFBA-01AD-4AC4-BE8AEDBEA5BE}"/>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9230E45C-9CA2-CB07-2E14-6BB2C37FDB9C}"/>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2813868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BA043A-5EA8-065B-55BD-CE5EB244646B}"/>
              </a:ext>
            </a:extLst>
          </p:cNvPr>
          <p:cNvSpPr>
            <a:spLocks noGrp="1"/>
          </p:cNvSpPr>
          <p:nvPr>
            <p:ph type="title"/>
          </p:nvPr>
        </p:nvSpPr>
        <p:spPr/>
        <p:txBody>
          <a:bodyPr/>
          <a:lstStyle/>
          <a:p>
            <a:r>
              <a:rPr lang="de-DE"/>
              <a:t>Mastertitelformat bearbeiten</a:t>
            </a:r>
            <a:endParaRPr lang="de-AT"/>
          </a:p>
        </p:txBody>
      </p:sp>
      <p:sp>
        <p:nvSpPr>
          <p:cNvPr id="3" name="Inhaltsplatzhalter 2">
            <a:extLst>
              <a:ext uri="{FF2B5EF4-FFF2-40B4-BE49-F238E27FC236}">
                <a16:creationId xmlns:a16="http://schemas.microsoft.com/office/drawing/2014/main" id="{454942A2-FFD9-E9A6-CEE7-D79E73DB8531}"/>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2C225B69-D6AD-1EA6-F1D3-16A78DB50FC1}"/>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5" name="Fußzeilenplatzhalter 4">
            <a:extLst>
              <a:ext uri="{FF2B5EF4-FFF2-40B4-BE49-F238E27FC236}">
                <a16:creationId xmlns:a16="http://schemas.microsoft.com/office/drawing/2014/main" id="{8032602F-817B-87FD-3F57-B39FAC712095}"/>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59547765-2503-834E-458B-8E6E69591FB9}"/>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3277905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EA6725-5CAB-3A18-B80D-508C49C3FB32}"/>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de-AT"/>
          </a:p>
        </p:txBody>
      </p:sp>
      <p:sp>
        <p:nvSpPr>
          <p:cNvPr id="3" name="Textplatzhalter 2">
            <a:extLst>
              <a:ext uri="{FF2B5EF4-FFF2-40B4-BE49-F238E27FC236}">
                <a16:creationId xmlns:a16="http://schemas.microsoft.com/office/drawing/2014/main" id="{2B7197A1-07F7-575E-4BA3-C4C5E37CF3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526D7FB3-ACCB-5B71-ABEE-AEADDE8CFC5A}"/>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5" name="Fußzeilenplatzhalter 4">
            <a:extLst>
              <a:ext uri="{FF2B5EF4-FFF2-40B4-BE49-F238E27FC236}">
                <a16:creationId xmlns:a16="http://schemas.microsoft.com/office/drawing/2014/main" id="{0B3CEFAC-2DC8-E6B2-E7D7-DD8F2A3DBBC4}"/>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611F8777-E9D2-9CDC-C7AB-41748B54E1F3}"/>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253586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7F13AF-2E07-E26D-9E33-F2CAB7B6C2DA}"/>
              </a:ext>
            </a:extLst>
          </p:cNvPr>
          <p:cNvSpPr>
            <a:spLocks noGrp="1"/>
          </p:cNvSpPr>
          <p:nvPr>
            <p:ph type="title"/>
          </p:nvPr>
        </p:nvSpPr>
        <p:spPr/>
        <p:txBody>
          <a:bodyPr/>
          <a:lstStyle/>
          <a:p>
            <a:r>
              <a:rPr lang="de-DE"/>
              <a:t>Mastertitelformat bearbeiten</a:t>
            </a:r>
            <a:endParaRPr lang="de-AT"/>
          </a:p>
        </p:txBody>
      </p:sp>
      <p:sp>
        <p:nvSpPr>
          <p:cNvPr id="3" name="Inhaltsplatzhalter 2">
            <a:extLst>
              <a:ext uri="{FF2B5EF4-FFF2-40B4-BE49-F238E27FC236}">
                <a16:creationId xmlns:a16="http://schemas.microsoft.com/office/drawing/2014/main" id="{D7CCD201-406E-409E-E0DF-B71B3052D5E0}"/>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a:extLst>
              <a:ext uri="{FF2B5EF4-FFF2-40B4-BE49-F238E27FC236}">
                <a16:creationId xmlns:a16="http://schemas.microsoft.com/office/drawing/2014/main" id="{95C88726-2A89-0BC7-AF9A-9DA7B633FAA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Datumsplatzhalter 4">
            <a:extLst>
              <a:ext uri="{FF2B5EF4-FFF2-40B4-BE49-F238E27FC236}">
                <a16:creationId xmlns:a16="http://schemas.microsoft.com/office/drawing/2014/main" id="{9E975279-22FF-4992-DA48-227B0CB7CFEC}"/>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6" name="Fußzeilenplatzhalter 5">
            <a:extLst>
              <a:ext uri="{FF2B5EF4-FFF2-40B4-BE49-F238E27FC236}">
                <a16:creationId xmlns:a16="http://schemas.microsoft.com/office/drawing/2014/main" id="{8552E0F6-6EBA-2E61-F8A8-82D7BCFA98FC}"/>
              </a:ext>
            </a:extLst>
          </p:cNvPr>
          <p:cNvSpPr>
            <a:spLocks noGrp="1"/>
          </p:cNvSpPr>
          <p:nvPr>
            <p:ph type="ftr" sz="quarter" idx="11"/>
          </p:nvPr>
        </p:nvSpPr>
        <p:spPr/>
        <p:txBody>
          <a:bodyPr/>
          <a:lstStyle/>
          <a:p>
            <a:endParaRPr lang="de-AT"/>
          </a:p>
        </p:txBody>
      </p:sp>
      <p:sp>
        <p:nvSpPr>
          <p:cNvPr id="7" name="Foliennummernplatzhalter 6">
            <a:extLst>
              <a:ext uri="{FF2B5EF4-FFF2-40B4-BE49-F238E27FC236}">
                <a16:creationId xmlns:a16="http://schemas.microsoft.com/office/drawing/2014/main" id="{5240BB91-8010-DCD7-7320-34F18B75A9CD}"/>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734119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9C6DC91-7E83-1308-3798-BFF3F7467631}"/>
              </a:ext>
            </a:extLst>
          </p:cNvPr>
          <p:cNvSpPr>
            <a:spLocks noGrp="1"/>
          </p:cNvSpPr>
          <p:nvPr>
            <p:ph type="title"/>
          </p:nvPr>
        </p:nvSpPr>
        <p:spPr>
          <a:xfrm>
            <a:off x="839788" y="365125"/>
            <a:ext cx="10515600" cy="1325563"/>
          </a:xfrm>
        </p:spPr>
        <p:txBody>
          <a:bodyPr/>
          <a:lstStyle/>
          <a:p>
            <a:r>
              <a:rPr lang="de-DE"/>
              <a:t>Mastertitelformat bearbeiten</a:t>
            </a:r>
            <a:endParaRPr lang="de-AT"/>
          </a:p>
        </p:txBody>
      </p:sp>
      <p:sp>
        <p:nvSpPr>
          <p:cNvPr id="3" name="Textplatzhalter 2">
            <a:extLst>
              <a:ext uri="{FF2B5EF4-FFF2-40B4-BE49-F238E27FC236}">
                <a16:creationId xmlns:a16="http://schemas.microsoft.com/office/drawing/2014/main" id="{6FEA4FDD-B106-E623-8DAC-18688262D7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676E24C4-CEE4-4303-B0B3-35F86BB8AD44}"/>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a:extLst>
              <a:ext uri="{FF2B5EF4-FFF2-40B4-BE49-F238E27FC236}">
                <a16:creationId xmlns:a16="http://schemas.microsoft.com/office/drawing/2014/main" id="{F4FB5C83-6E6D-9F24-D5EB-858119CE27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529FC89-EB01-B45C-99FF-3D855E361D4F}"/>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7" name="Datumsplatzhalter 6">
            <a:extLst>
              <a:ext uri="{FF2B5EF4-FFF2-40B4-BE49-F238E27FC236}">
                <a16:creationId xmlns:a16="http://schemas.microsoft.com/office/drawing/2014/main" id="{3A254974-1D8B-2024-B787-86663B1B76BB}"/>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8" name="Fußzeilenplatzhalter 7">
            <a:extLst>
              <a:ext uri="{FF2B5EF4-FFF2-40B4-BE49-F238E27FC236}">
                <a16:creationId xmlns:a16="http://schemas.microsoft.com/office/drawing/2014/main" id="{040C6FBC-7D20-C0B5-14F8-41C7565F397D}"/>
              </a:ext>
            </a:extLst>
          </p:cNvPr>
          <p:cNvSpPr>
            <a:spLocks noGrp="1"/>
          </p:cNvSpPr>
          <p:nvPr>
            <p:ph type="ftr" sz="quarter" idx="11"/>
          </p:nvPr>
        </p:nvSpPr>
        <p:spPr/>
        <p:txBody>
          <a:bodyPr/>
          <a:lstStyle/>
          <a:p>
            <a:endParaRPr lang="de-AT"/>
          </a:p>
        </p:txBody>
      </p:sp>
      <p:sp>
        <p:nvSpPr>
          <p:cNvPr id="9" name="Foliennummernplatzhalter 8">
            <a:extLst>
              <a:ext uri="{FF2B5EF4-FFF2-40B4-BE49-F238E27FC236}">
                <a16:creationId xmlns:a16="http://schemas.microsoft.com/office/drawing/2014/main" id="{93BCF8B4-A451-BCE0-8FAC-2497AE99DEEC}"/>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127333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3923CE-91F0-C56C-3FE7-68ADC2322B35}"/>
              </a:ext>
            </a:extLst>
          </p:cNvPr>
          <p:cNvSpPr>
            <a:spLocks noGrp="1"/>
          </p:cNvSpPr>
          <p:nvPr>
            <p:ph type="title"/>
          </p:nvPr>
        </p:nvSpPr>
        <p:spPr/>
        <p:txBody>
          <a:bodyPr/>
          <a:lstStyle/>
          <a:p>
            <a:r>
              <a:rPr lang="de-DE"/>
              <a:t>Mastertitelformat bearbeiten</a:t>
            </a:r>
            <a:endParaRPr lang="de-AT"/>
          </a:p>
        </p:txBody>
      </p:sp>
      <p:sp>
        <p:nvSpPr>
          <p:cNvPr id="3" name="Datumsplatzhalter 2">
            <a:extLst>
              <a:ext uri="{FF2B5EF4-FFF2-40B4-BE49-F238E27FC236}">
                <a16:creationId xmlns:a16="http://schemas.microsoft.com/office/drawing/2014/main" id="{A42E9F4B-EF92-2DE8-7555-6D52AE9F04D5}"/>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4" name="Fußzeilenplatzhalter 3">
            <a:extLst>
              <a:ext uri="{FF2B5EF4-FFF2-40B4-BE49-F238E27FC236}">
                <a16:creationId xmlns:a16="http://schemas.microsoft.com/office/drawing/2014/main" id="{B62A68FD-7E6B-E284-19AF-8C8797BCDC88}"/>
              </a:ext>
            </a:extLst>
          </p:cNvPr>
          <p:cNvSpPr>
            <a:spLocks noGrp="1"/>
          </p:cNvSpPr>
          <p:nvPr>
            <p:ph type="ftr" sz="quarter" idx="11"/>
          </p:nvPr>
        </p:nvSpPr>
        <p:spPr/>
        <p:txBody>
          <a:bodyPr/>
          <a:lstStyle/>
          <a:p>
            <a:endParaRPr lang="de-AT"/>
          </a:p>
        </p:txBody>
      </p:sp>
      <p:sp>
        <p:nvSpPr>
          <p:cNvPr id="5" name="Foliennummernplatzhalter 4">
            <a:extLst>
              <a:ext uri="{FF2B5EF4-FFF2-40B4-BE49-F238E27FC236}">
                <a16:creationId xmlns:a16="http://schemas.microsoft.com/office/drawing/2014/main" id="{48CE2D6E-FA5F-B01E-8DA0-A1A6295FD28F}"/>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3037803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FE870985-5B4E-1F29-73D0-88C336FD14A5}"/>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3" name="Fußzeilenplatzhalter 2">
            <a:extLst>
              <a:ext uri="{FF2B5EF4-FFF2-40B4-BE49-F238E27FC236}">
                <a16:creationId xmlns:a16="http://schemas.microsoft.com/office/drawing/2014/main" id="{6899A770-260B-4002-3E1C-7372D90E8E26}"/>
              </a:ext>
            </a:extLst>
          </p:cNvPr>
          <p:cNvSpPr>
            <a:spLocks noGrp="1"/>
          </p:cNvSpPr>
          <p:nvPr>
            <p:ph type="ftr" sz="quarter" idx="11"/>
          </p:nvPr>
        </p:nvSpPr>
        <p:spPr/>
        <p:txBody>
          <a:bodyPr/>
          <a:lstStyle/>
          <a:p>
            <a:endParaRPr lang="de-AT"/>
          </a:p>
        </p:txBody>
      </p:sp>
      <p:sp>
        <p:nvSpPr>
          <p:cNvPr id="4" name="Foliennummernplatzhalter 3">
            <a:extLst>
              <a:ext uri="{FF2B5EF4-FFF2-40B4-BE49-F238E27FC236}">
                <a16:creationId xmlns:a16="http://schemas.microsoft.com/office/drawing/2014/main" id="{EA12DEE5-A926-9469-11F7-5F019B9A67DF}"/>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3809213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029706-8306-9E93-41B6-4155D3CDC6BC}"/>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AT"/>
          </a:p>
        </p:txBody>
      </p:sp>
      <p:sp>
        <p:nvSpPr>
          <p:cNvPr id="3" name="Inhaltsplatzhalter 2">
            <a:extLst>
              <a:ext uri="{FF2B5EF4-FFF2-40B4-BE49-F238E27FC236}">
                <a16:creationId xmlns:a16="http://schemas.microsoft.com/office/drawing/2014/main" id="{1C0427F9-8B9F-AEDB-23C0-52ACE404FD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a:extLst>
              <a:ext uri="{FF2B5EF4-FFF2-40B4-BE49-F238E27FC236}">
                <a16:creationId xmlns:a16="http://schemas.microsoft.com/office/drawing/2014/main" id="{C47369B3-D621-E53A-2721-4B399554F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7EB4DFFA-BDBC-683D-F560-6223330FDADD}"/>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6" name="Fußzeilenplatzhalter 5">
            <a:extLst>
              <a:ext uri="{FF2B5EF4-FFF2-40B4-BE49-F238E27FC236}">
                <a16:creationId xmlns:a16="http://schemas.microsoft.com/office/drawing/2014/main" id="{D83F76EE-E7F3-7FC2-D11D-2C30D77D4DD3}"/>
              </a:ext>
            </a:extLst>
          </p:cNvPr>
          <p:cNvSpPr>
            <a:spLocks noGrp="1"/>
          </p:cNvSpPr>
          <p:nvPr>
            <p:ph type="ftr" sz="quarter" idx="11"/>
          </p:nvPr>
        </p:nvSpPr>
        <p:spPr/>
        <p:txBody>
          <a:bodyPr/>
          <a:lstStyle/>
          <a:p>
            <a:endParaRPr lang="de-AT"/>
          </a:p>
        </p:txBody>
      </p:sp>
      <p:sp>
        <p:nvSpPr>
          <p:cNvPr id="7" name="Foliennummernplatzhalter 6">
            <a:extLst>
              <a:ext uri="{FF2B5EF4-FFF2-40B4-BE49-F238E27FC236}">
                <a16:creationId xmlns:a16="http://schemas.microsoft.com/office/drawing/2014/main" id="{8650B33B-B678-6275-B024-041778081EE1}"/>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988901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DB3E14-6878-7527-23C7-09631E0B1D01}"/>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AT"/>
          </a:p>
        </p:txBody>
      </p:sp>
      <p:sp>
        <p:nvSpPr>
          <p:cNvPr id="3" name="Bildplatzhalter 2">
            <a:extLst>
              <a:ext uri="{FF2B5EF4-FFF2-40B4-BE49-F238E27FC236}">
                <a16:creationId xmlns:a16="http://schemas.microsoft.com/office/drawing/2014/main" id="{84FE8436-58AC-69E0-5063-D2D6706BC8D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AT"/>
          </a:p>
        </p:txBody>
      </p:sp>
      <p:sp>
        <p:nvSpPr>
          <p:cNvPr id="4" name="Textplatzhalter 3">
            <a:extLst>
              <a:ext uri="{FF2B5EF4-FFF2-40B4-BE49-F238E27FC236}">
                <a16:creationId xmlns:a16="http://schemas.microsoft.com/office/drawing/2014/main" id="{D5BCD4FE-CB3C-20BE-3A72-401D8E4295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241E38B6-7701-9801-9FC6-6E32C90C3D3C}"/>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6" name="Fußzeilenplatzhalter 5">
            <a:extLst>
              <a:ext uri="{FF2B5EF4-FFF2-40B4-BE49-F238E27FC236}">
                <a16:creationId xmlns:a16="http://schemas.microsoft.com/office/drawing/2014/main" id="{CAC2E028-0F92-9CE2-63F8-B7886B4716C7}"/>
              </a:ext>
            </a:extLst>
          </p:cNvPr>
          <p:cNvSpPr>
            <a:spLocks noGrp="1"/>
          </p:cNvSpPr>
          <p:nvPr>
            <p:ph type="ftr" sz="quarter" idx="11"/>
          </p:nvPr>
        </p:nvSpPr>
        <p:spPr/>
        <p:txBody>
          <a:bodyPr/>
          <a:lstStyle/>
          <a:p>
            <a:endParaRPr lang="de-AT"/>
          </a:p>
        </p:txBody>
      </p:sp>
      <p:sp>
        <p:nvSpPr>
          <p:cNvPr id="7" name="Foliennummernplatzhalter 6">
            <a:extLst>
              <a:ext uri="{FF2B5EF4-FFF2-40B4-BE49-F238E27FC236}">
                <a16:creationId xmlns:a16="http://schemas.microsoft.com/office/drawing/2014/main" id="{10300D99-312F-657D-9B25-8D6332A0D1D4}"/>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323624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02FA0B-6757-D880-1826-E4CE688BCE50}"/>
              </a:ext>
            </a:extLst>
          </p:cNvPr>
          <p:cNvSpPr>
            <a:spLocks noGrp="1"/>
          </p:cNvSpPr>
          <p:nvPr>
            <p:ph type="title"/>
          </p:nvPr>
        </p:nvSpPr>
        <p:spPr/>
        <p:txBody>
          <a:bodyPr/>
          <a:lstStyle/>
          <a:p>
            <a:r>
              <a:rPr lang="de-DE"/>
              <a:t>Mastertitelformat bearbeiten</a:t>
            </a:r>
            <a:endParaRPr lang="de-AT"/>
          </a:p>
        </p:txBody>
      </p:sp>
      <p:sp>
        <p:nvSpPr>
          <p:cNvPr id="3" name="Vertikaler Textplatzhalter 2">
            <a:extLst>
              <a:ext uri="{FF2B5EF4-FFF2-40B4-BE49-F238E27FC236}">
                <a16:creationId xmlns:a16="http://schemas.microsoft.com/office/drawing/2014/main" id="{F0826513-184F-59FC-2F61-00F97C0C43E2}"/>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78BBC7C0-6E3A-A80B-BDDF-397BC0C03601}"/>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5" name="Fußzeilenplatzhalter 4">
            <a:extLst>
              <a:ext uri="{FF2B5EF4-FFF2-40B4-BE49-F238E27FC236}">
                <a16:creationId xmlns:a16="http://schemas.microsoft.com/office/drawing/2014/main" id="{831E3592-EF48-59CC-6BE4-54BA93867A63}"/>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94BA46ED-3E3F-8827-28CB-D25B82CBCA58}"/>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3842163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1A8BE01F-2B3B-336F-80A0-2D3E323FBE73}"/>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de-AT"/>
          </a:p>
        </p:txBody>
      </p:sp>
      <p:sp>
        <p:nvSpPr>
          <p:cNvPr id="3" name="Vertikaler Textplatzhalter 2">
            <a:extLst>
              <a:ext uri="{FF2B5EF4-FFF2-40B4-BE49-F238E27FC236}">
                <a16:creationId xmlns:a16="http://schemas.microsoft.com/office/drawing/2014/main" id="{A2C3C28D-A5F6-3C44-A7F2-129C86DCE19E}"/>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7239AD80-0DCC-D51C-CF4E-99A90E7A6149}"/>
              </a:ext>
            </a:extLst>
          </p:cNvPr>
          <p:cNvSpPr>
            <a:spLocks noGrp="1"/>
          </p:cNvSpPr>
          <p:nvPr>
            <p:ph type="dt" sz="half" idx="10"/>
          </p:nvPr>
        </p:nvSpPr>
        <p:spPr/>
        <p:txBody>
          <a:bodyPr/>
          <a:lstStyle/>
          <a:p>
            <a:fld id="{964AD20E-F96C-4F07-AAF2-03E19E625668}" type="datetimeFigureOut">
              <a:rPr lang="de-AT" smtClean="0"/>
              <a:t>17.06.2026</a:t>
            </a:fld>
            <a:endParaRPr lang="de-AT"/>
          </a:p>
        </p:txBody>
      </p:sp>
      <p:sp>
        <p:nvSpPr>
          <p:cNvPr id="5" name="Fußzeilenplatzhalter 4">
            <a:extLst>
              <a:ext uri="{FF2B5EF4-FFF2-40B4-BE49-F238E27FC236}">
                <a16:creationId xmlns:a16="http://schemas.microsoft.com/office/drawing/2014/main" id="{8640590E-96EF-1C93-30B3-2887945ACEF0}"/>
              </a:ext>
            </a:extLst>
          </p:cNvPr>
          <p:cNvSpPr>
            <a:spLocks noGrp="1"/>
          </p:cNvSpPr>
          <p:nvPr>
            <p:ph type="ftr" sz="quarter" idx="11"/>
          </p:nvPr>
        </p:nvSpPr>
        <p:spPr/>
        <p:txBody>
          <a:bodyPr/>
          <a:lstStyle/>
          <a:p>
            <a:endParaRPr lang="de-AT"/>
          </a:p>
        </p:txBody>
      </p:sp>
      <p:sp>
        <p:nvSpPr>
          <p:cNvPr id="6" name="Foliennummernplatzhalter 5">
            <a:extLst>
              <a:ext uri="{FF2B5EF4-FFF2-40B4-BE49-F238E27FC236}">
                <a16:creationId xmlns:a16="http://schemas.microsoft.com/office/drawing/2014/main" id="{EFA1E1B3-19A5-CC3F-FC18-073A772D88E6}"/>
              </a:ext>
            </a:extLst>
          </p:cNvPr>
          <p:cNvSpPr>
            <a:spLocks noGrp="1"/>
          </p:cNvSpPr>
          <p:nvPr>
            <p:ph type="sldNum" sz="quarter" idx="12"/>
          </p:nvPr>
        </p:nvSpPr>
        <p:spPr/>
        <p:txBody>
          <a:bodyPr/>
          <a:lstStyle/>
          <a:p>
            <a:fld id="{F79DD28E-30B2-487F-8CF2-2F60316EF30B}" type="slidenum">
              <a:rPr lang="de-AT" smtClean="0"/>
              <a:t>‹Nr.›</a:t>
            </a:fld>
            <a:endParaRPr lang="de-AT"/>
          </a:p>
        </p:txBody>
      </p:sp>
    </p:spTree>
    <p:extLst>
      <p:ext uri="{BB962C8B-B14F-4D97-AF65-F5344CB8AC3E}">
        <p14:creationId xmlns:p14="http://schemas.microsoft.com/office/powerpoint/2010/main" val="27767246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AFA03A3-3F62-E030-E9AB-B4895BDF16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de-AT"/>
          </a:p>
        </p:txBody>
      </p:sp>
      <p:sp>
        <p:nvSpPr>
          <p:cNvPr id="3" name="Textplatzhalter 2">
            <a:extLst>
              <a:ext uri="{FF2B5EF4-FFF2-40B4-BE49-F238E27FC236}">
                <a16:creationId xmlns:a16="http://schemas.microsoft.com/office/drawing/2014/main" id="{9ED9C76B-339B-B0D8-7EC4-C6B6640479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Datumsplatzhalter 3">
            <a:extLst>
              <a:ext uri="{FF2B5EF4-FFF2-40B4-BE49-F238E27FC236}">
                <a16:creationId xmlns:a16="http://schemas.microsoft.com/office/drawing/2014/main" id="{7A1EC591-DE12-7D9A-BB3C-2FDC599430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4AD20E-F96C-4F07-AAF2-03E19E625668}" type="datetimeFigureOut">
              <a:rPr lang="de-AT" smtClean="0"/>
              <a:t>17.06.2026</a:t>
            </a:fld>
            <a:endParaRPr lang="de-AT"/>
          </a:p>
        </p:txBody>
      </p:sp>
      <p:sp>
        <p:nvSpPr>
          <p:cNvPr id="5" name="Fußzeilenplatzhalter 4">
            <a:extLst>
              <a:ext uri="{FF2B5EF4-FFF2-40B4-BE49-F238E27FC236}">
                <a16:creationId xmlns:a16="http://schemas.microsoft.com/office/drawing/2014/main" id="{2B40F6F2-16E4-05BF-9728-A38EF41F0E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AT"/>
          </a:p>
        </p:txBody>
      </p:sp>
      <p:sp>
        <p:nvSpPr>
          <p:cNvPr id="6" name="Foliennummernplatzhalter 5">
            <a:extLst>
              <a:ext uri="{FF2B5EF4-FFF2-40B4-BE49-F238E27FC236}">
                <a16:creationId xmlns:a16="http://schemas.microsoft.com/office/drawing/2014/main" id="{EB7E5464-09D4-9CB8-78FF-00E89E04F58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9DD28E-30B2-487F-8CF2-2F60316EF30B}" type="slidenum">
              <a:rPr lang="de-AT" smtClean="0"/>
              <a:t>‹Nr.›</a:t>
            </a:fld>
            <a:endParaRPr lang="de-AT"/>
          </a:p>
        </p:txBody>
      </p:sp>
    </p:spTree>
    <p:extLst>
      <p:ext uri="{BB962C8B-B14F-4D97-AF65-F5344CB8AC3E}">
        <p14:creationId xmlns:p14="http://schemas.microsoft.com/office/powerpoint/2010/main" val="24258289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FF35B-C30E-4948-3C32-3DD3B9F83EE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9467E74-0833-5B3D-2129-8CA573DC56E8}"/>
              </a:ext>
            </a:extLst>
          </p:cNvPr>
          <p:cNvSpPr>
            <a:spLocks noGrp="1"/>
          </p:cNvSpPr>
          <p:nvPr>
            <p:ph type="ctrTitle"/>
          </p:nvPr>
        </p:nvSpPr>
        <p:spPr>
          <a:xfrm>
            <a:off x="1524000" y="0"/>
            <a:ext cx="9144000" cy="1107005"/>
          </a:xfrm>
        </p:spPr>
        <p:txBody>
          <a:bodyPr>
            <a:normAutofit/>
          </a:bodyPr>
          <a:lstStyle/>
          <a:p>
            <a:r>
              <a:rPr lang="de-AT" dirty="0" err="1"/>
              <a:t>RetroBattle</a:t>
            </a:r>
            <a:endParaRPr lang="de-AT" dirty="0"/>
          </a:p>
        </p:txBody>
      </p:sp>
      <p:sp>
        <p:nvSpPr>
          <p:cNvPr id="3" name="Untertitel 2">
            <a:extLst>
              <a:ext uri="{FF2B5EF4-FFF2-40B4-BE49-F238E27FC236}">
                <a16:creationId xmlns:a16="http://schemas.microsoft.com/office/drawing/2014/main" id="{1A471E0E-2F68-4956-87EB-AA3C1E6F751B}"/>
              </a:ext>
            </a:extLst>
          </p:cNvPr>
          <p:cNvSpPr>
            <a:spLocks noGrp="1"/>
          </p:cNvSpPr>
          <p:nvPr>
            <p:ph type="subTitle" idx="1"/>
          </p:nvPr>
        </p:nvSpPr>
        <p:spPr>
          <a:xfrm>
            <a:off x="1524000" y="1213939"/>
            <a:ext cx="9144000" cy="732428"/>
          </a:xfrm>
        </p:spPr>
        <p:txBody>
          <a:bodyPr>
            <a:normAutofit/>
          </a:bodyPr>
          <a:lstStyle/>
          <a:p>
            <a:r>
              <a:rPr lang="de-AT" sz="4000" dirty="0"/>
              <a:t>Team</a:t>
            </a:r>
            <a:r>
              <a:rPr lang="de-AT" dirty="0"/>
              <a:t> </a:t>
            </a:r>
            <a:r>
              <a:rPr lang="de-AT" sz="4000" dirty="0"/>
              <a:t>4</a:t>
            </a:r>
          </a:p>
        </p:txBody>
      </p:sp>
      <p:sp>
        <p:nvSpPr>
          <p:cNvPr id="4" name="Textfeld 3">
            <a:extLst>
              <a:ext uri="{FF2B5EF4-FFF2-40B4-BE49-F238E27FC236}">
                <a16:creationId xmlns:a16="http://schemas.microsoft.com/office/drawing/2014/main" id="{D5399863-9607-7341-9BD3-CC43678AD83D}"/>
              </a:ext>
            </a:extLst>
          </p:cNvPr>
          <p:cNvSpPr txBox="1"/>
          <p:nvPr/>
        </p:nvSpPr>
        <p:spPr>
          <a:xfrm>
            <a:off x="407582" y="2053301"/>
            <a:ext cx="11376836" cy="4154984"/>
          </a:xfrm>
          <a:prstGeom prst="rect">
            <a:avLst/>
          </a:prstGeom>
          <a:noFill/>
        </p:spPr>
        <p:txBody>
          <a:bodyPr wrap="square" rtlCol="0">
            <a:spAutoFit/>
          </a:bodyPr>
          <a:lstStyle/>
          <a:p>
            <a:pPr algn="ctr"/>
            <a:r>
              <a:rPr lang="en-US" sz="2400" b="1" dirty="0"/>
              <a:t>Project Supervisor</a:t>
            </a:r>
            <a:endParaRPr lang="de-AT" sz="2400" dirty="0"/>
          </a:p>
          <a:p>
            <a:pPr algn="ctr"/>
            <a:r>
              <a:rPr lang="en-US" sz="2400" dirty="0"/>
              <a:t>Elmin Smajlovic, MSc.</a:t>
            </a:r>
            <a:endParaRPr lang="de-AT" sz="2400" dirty="0"/>
          </a:p>
          <a:p>
            <a:pPr algn="ctr"/>
            <a:r>
              <a:rPr lang="en-US" sz="2400" dirty="0"/>
              <a:t> </a:t>
            </a:r>
            <a:endParaRPr lang="de-AT" sz="2400" dirty="0"/>
          </a:p>
          <a:p>
            <a:pPr algn="ctr"/>
            <a:r>
              <a:rPr lang="en-US" sz="2400" b="1" dirty="0"/>
              <a:t>Project lead of students</a:t>
            </a:r>
            <a:endParaRPr lang="de-AT" sz="2400" dirty="0"/>
          </a:p>
          <a:p>
            <a:pPr algn="ctr"/>
            <a:r>
              <a:rPr lang="en-US" sz="2400" dirty="0"/>
              <a:t>Antonios Sotiriou                        if25b287@technikum-wien.at</a:t>
            </a:r>
            <a:endParaRPr lang="de-AT" sz="2400" dirty="0"/>
          </a:p>
          <a:p>
            <a:pPr algn="ctr"/>
            <a:r>
              <a:rPr lang="en-US" sz="2400" dirty="0"/>
              <a:t> </a:t>
            </a:r>
            <a:endParaRPr lang="de-AT" sz="2400" dirty="0"/>
          </a:p>
          <a:p>
            <a:pPr algn="ctr"/>
            <a:r>
              <a:rPr lang="en-US" sz="2400" b="1" dirty="0"/>
              <a:t>Project members (Developers-Students)</a:t>
            </a:r>
            <a:endParaRPr lang="de-AT" sz="2400" dirty="0"/>
          </a:p>
          <a:p>
            <a:pPr algn="ctr"/>
            <a:r>
              <a:rPr lang="en-US" sz="2400" dirty="0"/>
              <a:t>Julian </a:t>
            </a:r>
            <a:r>
              <a:rPr lang="en-US" sz="2400" dirty="0" err="1"/>
              <a:t>Döberl</a:t>
            </a:r>
            <a:r>
              <a:rPr lang="en-US" sz="2400" dirty="0"/>
              <a:t>                                 if25b256@technikum-wien.at</a:t>
            </a:r>
            <a:endParaRPr lang="de-AT" sz="2400" dirty="0"/>
          </a:p>
          <a:p>
            <a:pPr algn="ctr"/>
            <a:r>
              <a:rPr lang="en-US" sz="2400" dirty="0" err="1"/>
              <a:t>Karabacek-Shahri</a:t>
            </a:r>
            <a:r>
              <a:rPr lang="en-US" sz="2400" dirty="0"/>
              <a:t> Niloufar     if25b137@technikum-wien.at</a:t>
            </a:r>
            <a:endParaRPr lang="de-AT" sz="2400" dirty="0"/>
          </a:p>
          <a:p>
            <a:pPr algn="ctr"/>
            <a:r>
              <a:rPr lang="en-US" sz="2400" dirty="0"/>
              <a:t>Karadeniz Alev                              if25b139@technikum-wien.at</a:t>
            </a:r>
            <a:endParaRPr lang="de-AT" sz="2400" dirty="0"/>
          </a:p>
          <a:p>
            <a:pPr algn="ctr"/>
            <a:r>
              <a:rPr lang="de-AT" sz="2400" dirty="0" err="1"/>
              <a:t>Ermylos</a:t>
            </a:r>
            <a:r>
              <a:rPr lang="de-AT" sz="2400" dirty="0"/>
              <a:t> Schubart                       if25b154@technikum-wien.at</a:t>
            </a:r>
          </a:p>
        </p:txBody>
      </p:sp>
      <p:sp>
        <p:nvSpPr>
          <p:cNvPr id="5" name="Textfeld 4">
            <a:extLst>
              <a:ext uri="{FF2B5EF4-FFF2-40B4-BE49-F238E27FC236}">
                <a16:creationId xmlns:a16="http://schemas.microsoft.com/office/drawing/2014/main" id="{E247A2B2-3098-859D-F7FB-6C17238AF258}"/>
              </a:ext>
            </a:extLst>
          </p:cNvPr>
          <p:cNvSpPr txBox="1"/>
          <p:nvPr/>
        </p:nvSpPr>
        <p:spPr>
          <a:xfrm>
            <a:off x="11784418" y="6488668"/>
            <a:ext cx="407581" cy="369332"/>
          </a:xfrm>
          <a:prstGeom prst="rect">
            <a:avLst/>
          </a:prstGeom>
          <a:noFill/>
        </p:spPr>
        <p:txBody>
          <a:bodyPr wrap="square" rtlCol="0">
            <a:spAutoFit/>
          </a:bodyPr>
          <a:lstStyle/>
          <a:p>
            <a:r>
              <a:rPr lang="de-AT" dirty="0"/>
              <a:t>1</a:t>
            </a:r>
          </a:p>
        </p:txBody>
      </p:sp>
    </p:spTree>
    <p:extLst>
      <p:ext uri="{BB962C8B-B14F-4D97-AF65-F5344CB8AC3E}">
        <p14:creationId xmlns:p14="http://schemas.microsoft.com/office/powerpoint/2010/main" val="40603120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feld 3">
            <a:extLst>
              <a:ext uri="{FF2B5EF4-FFF2-40B4-BE49-F238E27FC236}">
                <a16:creationId xmlns:a16="http://schemas.microsoft.com/office/drawing/2014/main" id="{C642BC5A-FA5A-4781-0385-DBE5C04211D0}"/>
              </a:ext>
            </a:extLst>
          </p:cNvPr>
          <p:cNvSpPr txBox="1"/>
          <p:nvPr/>
        </p:nvSpPr>
        <p:spPr>
          <a:xfrm>
            <a:off x="3211033" y="1012954"/>
            <a:ext cx="6315740" cy="4832092"/>
          </a:xfrm>
          <a:prstGeom prst="rect">
            <a:avLst/>
          </a:prstGeom>
          <a:noFill/>
        </p:spPr>
        <p:txBody>
          <a:bodyPr wrap="square" rtlCol="0">
            <a:spAutoFit/>
          </a:bodyPr>
          <a:lstStyle/>
          <a:p>
            <a:pPr marL="457200" indent="-457200">
              <a:buFont typeface="Arial" panose="020B0604020202020204" pitchFamily="34" charset="0"/>
              <a:buChar char="•"/>
            </a:pPr>
            <a:r>
              <a:rPr lang="de-AT" sz="2800" dirty="0"/>
              <a:t>Vorwort                                                     3</a:t>
            </a:r>
          </a:p>
          <a:p>
            <a:pPr marL="457200" indent="-457200">
              <a:buFont typeface="Arial" panose="020B0604020202020204" pitchFamily="34" charset="0"/>
              <a:buChar char="•"/>
            </a:pPr>
            <a:r>
              <a:rPr lang="de-AT" sz="2800" dirty="0"/>
              <a:t> Ziel des Spiels                                      4</a:t>
            </a:r>
          </a:p>
          <a:p>
            <a:pPr marL="457200" indent="-457200">
              <a:buFont typeface="Arial" panose="020B0604020202020204" pitchFamily="34" charset="0"/>
              <a:buChar char="•"/>
            </a:pPr>
            <a:r>
              <a:rPr lang="de-AT" sz="2800" dirty="0"/>
              <a:t> Game </a:t>
            </a:r>
            <a:r>
              <a:rPr lang="de-AT" sz="2800" dirty="0" err="1"/>
              <a:t>Entities</a:t>
            </a:r>
            <a:r>
              <a:rPr lang="de-AT" sz="2800" dirty="0"/>
              <a:t>                                       5</a:t>
            </a:r>
          </a:p>
          <a:p>
            <a:pPr marL="457200" indent="-457200">
              <a:buFont typeface="Arial" panose="020B0604020202020204" pitchFamily="34" charset="0"/>
              <a:buChar char="•"/>
            </a:pPr>
            <a:r>
              <a:rPr lang="de-AT" sz="2800" dirty="0"/>
              <a:t> </a:t>
            </a:r>
            <a:r>
              <a:rPr lang="de-AT" sz="2800" dirty="0" err="1"/>
              <a:t>Keybindings</a:t>
            </a:r>
            <a:r>
              <a:rPr lang="de-AT" sz="2800" dirty="0"/>
              <a:t>                                           6</a:t>
            </a:r>
          </a:p>
          <a:p>
            <a:pPr marL="457200" indent="-457200">
              <a:buFont typeface="Arial" panose="020B0604020202020204" pitchFamily="34" charset="0"/>
              <a:buChar char="•"/>
            </a:pPr>
            <a:r>
              <a:rPr lang="de-AT" sz="2800" dirty="0"/>
              <a:t> Start Bildschirm                                   7</a:t>
            </a:r>
          </a:p>
          <a:p>
            <a:pPr marL="457200" indent="-457200">
              <a:buFont typeface="Arial" panose="020B0604020202020204" pitchFamily="34" charset="0"/>
              <a:buChar char="•"/>
            </a:pPr>
            <a:r>
              <a:rPr lang="de-AT" sz="2800" dirty="0"/>
              <a:t> Start Raum                                             8</a:t>
            </a:r>
          </a:p>
          <a:p>
            <a:pPr marL="457200" indent="-457200">
              <a:buFont typeface="Arial" panose="020B0604020202020204" pitchFamily="34" charset="0"/>
              <a:buChar char="•"/>
            </a:pPr>
            <a:r>
              <a:rPr lang="de-AT" sz="2800" dirty="0"/>
              <a:t> </a:t>
            </a:r>
            <a:r>
              <a:rPr lang="de-AT" sz="2800" dirty="0" err="1"/>
              <a:t>Kamffenster</a:t>
            </a:r>
            <a:r>
              <a:rPr lang="de-AT" sz="2800" dirty="0"/>
              <a:t>                                           9</a:t>
            </a:r>
          </a:p>
          <a:p>
            <a:pPr marL="457200" indent="-457200">
              <a:buFont typeface="Arial" panose="020B0604020202020204" pitchFamily="34" charset="0"/>
              <a:buChar char="•"/>
            </a:pPr>
            <a:r>
              <a:rPr lang="de-AT" sz="2800" dirty="0"/>
              <a:t> Interagieren mit </a:t>
            </a:r>
            <a:r>
              <a:rPr lang="de-AT" sz="2800" dirty="0" err="1"/>
              <a:t>Relics</a:t>
            </a:r>
            <a:r>
              <a:rPr lang="de-AT" sz="2800" dirty="0"/>
              <a:t>                    10</a:t>
            </a:r>
          </a:p>
          <a:p>
            <a:pPr marL="457200" indent="-457200">
              <a:buFont typeface="Arial" panose="020B0604020202020204" pitchFamily="34" charset="0"/>
              <a:buChar char="•"/>
            </a:pPr>
            <a:r>
              <a:rPr lang="de-AT" sz="2800" dirty="0"/>
              <a:t> Interagieren mit Gatekeeper         11</a:t>
            </a:r>
          </a:p>
          <a:p>
            <a:pPr marL="457200" indent="-457200">
              <a:buFont typeface="Arial" panose="020B0604020202020204" pitchFamily="34" charset="0"/>
              <a:buChar char="•"/>
            </a:pPr>
            <a:r>
              <a:rPr lang="de-AT" sz="2800" dirty="0"/>
              <a:t> Allgemeine Informationen             14</a:t>
            </a:r>
          </a:p>
          <a:p>
            <a:pPr marL="457200" indent="-457200">
              <a:buFont typeface="Arial" panose="020B0604020202020204" pitchFamily="34" charset="0"/>
              <a:buChar char="•"/>
            </a:pPr>
            <a:r>
              <a:rPr lang="de-AT" sz="2800" dirty="0"/>
              <a:t> Nachwort                                               15</a:t>
            </a:r>
          </a:p>
        </p:txBody>
      </p:sp>
      <p:sp>
        <p:nvSpPr>
          <p:cNvPr id="9" name="Textfeld 8">
            <a:extLst>
              <a:ext uri="{FF2B5EF4-FFF2-40B4-BE49-F238E27FC236}">
                <a16:creationId xmlns:a16="http://schemas.microsoft.com/office/drawing/2014/main" id="{09E62FE5-4913-4F1B-4BB3-751FBCE7A1AA}"/>
              </a:ext>
            </a:extLst>
          </p:cNvPr>
          <p:cNvSpPr txBox="1"/>
          <p:nvPr/>
        </p:nvSpPr>
        <p:spPr>
          <a:xfrm>
            <a:off x="11784418" y="6488668"/>
            <a:ext cx="407581" cy="369332"/>
          </a:xfrm>
          <a:prstGeom prst="rect">
            <a:avLst/>
          </a:prstGeom>
          <a:noFill/>
        </p:spPr>
        <p:txBody>
          <a:bodyPr wrap="square" rtlCol="0">
            <a:spAutoFit/>
          </a:bodyPr>
          <a:lstStyle/>
          <a:p>
            <a:r>
              <a:rPr lang="de-AT" dirty="0"/>
              <a:t>2</a:t>
            </a:r>
          </a:p>
        </p:txBody>
      </p:sp>
    </p:spTree>
    <p:extLst>
      <p:ext uri="{BB962C8B-B14F-4D97-AF65-F5344CB8AC3E}">
        <p14:creationId xmlns:p14="http://schemas.microsoft.com/office/powerpoint/2010/main" val="942109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a:extLst>
              <a:ext uri="{FF2B5EF4-FFF2-40B4-BE49-F238E27FC236}">
                <a16:creationId xmlns:a16="http://schemas.microsoft.com/office/drawing/2014/main" id="{7ED5EC63-143D-DA75-CFEF-98986A275E78}"/>
              </a:ext>
            </a:extLst>
          </p:cNvPr>
          <p:cNvSpPr txBox="1">
            <a:spLocks/>
          </p:cNvSpPr>
          <p:nvPr/>
        </p:nvSpPr>
        <p:spPr>
          <a:xfrm>
            <a:off x="1523998" y="103135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noProof="0" dirty="0"/>
              <a:t>Vorwort</a:t>
            </a:r>
          </a:p>
        </p:txBody>
      </p:sp>
      <p:sp>
        <p:nvSpPr>
          <p:cNvPr id="4" name="Textfeld 3">
            <a:extLst>
              <a:ext uri="{FF2B5EF4-FFF2-40B4-BE49-F238E27FC236}">
                <a16:creationId xmlns:a16="http://schemas.microsoft.com/office/drawing/2014/main" id="{BF2E2DE5-92FB-67B6-6E04-A514BC4B0E97}"/>
              </a:ext>
            </a:extLst>
          </p:cNvPr>
          <p:cNvSpPr txBox="1"/>
          <p:nvPr/>
        </p:nvSpPr>
        <p:spPr>
          <a:xfrm>
            <a:off x="662761" y="2136338"/>
            <a:ext cx="10866475" cy="2585323"/>
          </a:xfrm>
          <a:prstGeom prst="rect">
            <a:avLst/>
          </a:prstGeom>
          <a:noFill/>
        </p:spPr>
        <p:txBody>
          <a:bodyPr wrap="square" rtlCol="0">
            <a:spAutoFit/>
          </a:bodyPr>
          <a:lstStyle/>
          <a:p>
            <a:r>
              <a:rPr lang="de-AT" dirty="0"/>
              <a:t>Niemand von uns könnte sich vorstellen, wie schwierig es sein würde, spontan mit einer interessanten, umfangreichlichen und anspruchsvollen Idee heranzukommen. Es sollte nicht einfach aufregend sein, sondern lehrreich und genug frei Raum für das Zusammenarbeiten der Teilnehmender anbieten. Alle sind mit Ideen erschienen, haben recherchiert und dem Team präsentiert. Obwohl alle sehr interessanten Projekten sein könnten, nach kurzer Überlegung, die Mitglieder des Teams, mit einer Stimme und übermäßige Begeisterung haben das Konsole Spiel gewählt. Gründe dafür waren abgesehen von der Liebe nach Spielen, die Kreativität, die verlangt ist, um ein Spiel mit ASCII Kunst zu erschaffen. Zusätzlich, der Tatsache, dass man alle die Mechanismen von der Null entwickeln musste, würde zu der Lernerlebnis erheblich beitragen. Daher fühlen wir uns sehr stolz und geehrt, das </a:t>
            </a:r>
            <a:r>
              <a:rPr lang="de-AT" dirty="0" err="1"/>
              <a:t>RetroBattle</a:t>
            </a:r>
            <a:r>
              <a:rPr lang="de-AT" dirty="0"/>
              <a:t> Spiel Ihnen vorstellen zu dürfen.</a:t>
            </a:r>
            <a:endParaRPr lang="de-DE" noProof="0" dirty="0"/>
          </a:p>
        </p:txBody>
      </p:sp>
      <p:sp>
        <p:nvSpPr>
          <p:cNvPr id="2" name="Textfeld 1">
            <a:extLst>
              <a:ext uri="{FF2B5EF4-FFF2-40B4-BE49-F238E27FC236}">
                <a16:creationId xmlns:a16="http://schemas.microsoft.com/office/drawing/2014/main" id="{46EA0912-3947-1746-7045-BCAC4CE17834}"/>
              </a:ext>
            </a:extLst>
          </p:cNvPr>
          <p:cNvSpPr txBox="1"/>
          <p:nvPr/>
        </p:nvSpPr>
        <p:spPr>
          <a:xfrm>
            <a:off x="11784418" y="6488668"/>
            <a:ext cx="407581" cy="369332"/>
          </a:xfrm>
          <a:prstGeom prst="rect">
            <a:avLst/>
          </a:prstGeom>
          <a:noFill/>
        </p:spPr>
        <p:txBody>
          <a:bodyPr wrap="square" rtlCol="0">
            <a:spAutoFit/>
          </a:bodyPr>
          <a:lstStyle/>
          <a:p>
            <a:r>
              <a:rPr lang="de-AT" dirty="0"/>
              <a:t>3</a:t>
            </a:r>
          </a:p>
        </p:txBody>
      </p:sp>
    </p:spTree>
    <p:extLst>
      <p:ext uri="{BB962C8B-B14F-4D97-AF65-F5344CB8AC3E}">
        <p14:creationId xmlns:p14="http://schemas.microsoft.com/office/powerpoint/2010/main" val="1364831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2">
            <a:extLst>
              <a:ext uri="{FF2B5EF4-FFF2-40B4-BE49-F238E27FC236}">
                <a16:creationId xmlns:a16="http://schemas.microsoft.com/office/drawing/2014/main" id="{DC7CFD71-5C17-A685-D187-D426E6D317A3}"/>
              </a:ext>
            </a:extLst>
          </p:cNvPr>
          <p:cNvSpPr txBox="1">
            <a:spLocks/>
          </p:cNvSpPr>
          <p:nvPr/>
        </p:nvSpPr>
        <p:spPr>
          <a:xfrm>
            <a:off x="1523999" y="1552354"/>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Ziel des Spiels</a:t>
            </a:r>
            <a:endParaRPr lang="de-DE" sz="4000" noProof="0" dirty="0"/>
          </a:p>
        </p:txBody>
      </p:sp>
      <p:sp>
        <p:nvSpPr>
          <p:cNvPr id="4" name="Textfeld 3">
            <a:extLst>
              <a:ext uri="{FF2B5EF4-FFF2-40B4-BE49-F238E27FC236}">
                <a16:creationId xmlns:a16="http://schemas.microsoft.com/office/drawing/2014/main" id="{74E3B299-8832-E0F1-5F59-BBCB36C961B8}"/>
              </a:ext>
            </a:extLst>
          </p:cNvPr>
          <p:cNvSpPr txBox="1"/>
          <p:nvPr/>
        </p:nvSpPr>
        <p:spPr>
          <a:xfrm>
            <a:off x="662762" y="2551837"/>
            <a:ext cx="10866475" cy="1754326"/>
          </a:xfrm>
          <a:prstGeom prst="rect">
            <a:avLst/>
          </a:prstGeom>
          <a:noFill/>
        </p:spPr>
        <p:txBody>
          <a:bodyPr wrap="square" rtlCol="0">
            <a:spAutoFit/>
          </a:bodyPr>
          <a:lstStyle/>
          <a:p>
            <a:r>
              <a:rPr lang="de-AT" dirty="0"/>
              <a:t>Ziel des Spiels ist Loreen zu helfen, ein Ausgang von dieser dunkle und voll mit Gefahren Welt zu finden. Um das zu schaffen, muss unsere Heldin verschiedene Räume erforschen und </a:t>
            </a:r>
            <a:r>
              <a:rPr lang="de-AT" dirty="0" err="1"/>
              <a:t>Relics</a:t>
            </a:r>
            <a:r>
              <a:rPr lang="de-AT" dirty="0"/>
              <a:t> sammeln, die mit Attributen Erhöhungen versehen sind. In einer von diesen Räumen befindet sich ein Gatekeeper, die unsere Heldin helfen könnte. Es ist aber nicht so leicht wie es klingt, da die Gatekeeper eine bestimmte Anzahl von </a:t>
            </a:r>
            <a:r>
              <a:rPr lang="de-AT" dirty="0" err="1"/>
              <a:t>Relics</a:t>
            </a:r>
            <a:r>
              <a:rPr lang="de-AT" dirty="0"/>
              <a:t> verlangt. Loreen muss gegen ungeheure Kreaturen kämpfen oder von ihnen wegrennen, um die </a:t>
            </a:r>
            <a:r>
              <a:rPr lang="de-AT" dirty="0" err="1"/>
              <a:t>Relics</a:t>
            </a:r>
            <a:r>
              <a:rPr lang="de-AT" dirty="0"/>
              <a:t> zu sammeln. Nur wenn sie genug für die Gatekeeper hat, kann sie diese Welt lebendig entkommen.</a:t>
            </a:r>
            <a:endParaRPr lang="de-DE" noProof="0" dirty="0"/>
          </a:p>
        </p:txBody>
      </p:sp>
      <p:sp>
        <p:nvSpPr>
          <p:cNvPr id="3" name="Textfeld 2">
            <a:extLst>
              <a:ext uri="{FF2B5EF4-FFF2-40B4-BE49-F238E27FC236}">
                <a16:creationId xmlns:a16="http://schemas.microsoft.com/office/drawing/2014/main" id="{F49A7E5E-FBD2-A294-DB19-28053A7EAE87}"/>
              </a:ext>
            </a:extLst>
          </p:cNvPr>
          <p:cNvSpPr txBox="1"/>
          <p:nvPr/>
        </p:nvSpPr>
        <p:spPr>
          <a:xfrm>
            <a:off x="11784418" y="6488668"/>
            <a:ext cx="407581" cy="369332"/>
          </a:xfrm>
          <a:prstGeom prst="rect">
            <a:avLst/>
          </a:prstGeom>
          <a:noFill/>
        </p:spPr>
        <p:txBody>
          <a:bodyPr wrap="square" rtlCol="0">
            <a:spAutoFit/>
          </a:bodyPr>
          <a:lstStyle/>
          <a:p>
            <a:r>
              <a:rPr lang="de-AT" dirty="0"/>
              <a:t>4</a:t>
            </a:r>
          </a:p>
        </p:txBody>
      </p:sp>
    </p:spTree>
    <p:extLst>
      <p:ext uri="{BB962C8B-B14F-4D97-AF65-F5344CB8AC3E}">
        <p14:creationId xmlns:p14="http://schemas.microsoft.com/office/powerpoint/2010/main" val="1198957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2">
            <a:extLst>
              <a:ext uri="{FF2B5EF4-FFF2-40B4-BE49-F238E27FC236}">
                <a16:creationId xmlns:a16="http://schemas.microsoft.com/office/drawing/2014/main" id="{736F4638-876F-06E4-B2F3-CB86C80AB8FB}"/>
              </a:ext>
            </a:extLst>
          </p:cNvPr>
          <p:cNvSpPr txBox="1">
            <a:spLocks/>
          </p:cNvSpPr>
          <p:nvPr/>
        </p:nvSpPr>
        <p:spPr>
          <a:xfrm>
            <a:off x="1518347" y="251005"/>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noProof="0" dirty="0"/>
              <a:t>Game </a:t>
            </a:r>
            <a:r>
              <a:rPr lang="de-DE" sz="4000" noProof="0" dirty="0" err="1"/>
              <a:t>Entities</a:t>
            </a:r>
            <a:endParaRPr lang="de-DE" sz="4000" noProof="0" dirty="0"/>
          </a:p>
        </p:txBody>
      </p:sp>
      <p:pic>
        <p:nvPicPr>
          <p:cNvPr id="4" name="Grafik 3">
            <a:extLst>
              <a:ext uri="{FF2B5EF4-FFF2-40B4-BE49-F238E27FC236}">
                <a16:creationId xmlns:a16="http://schemas.microsoft.com/office/drawing/2014/main" id="{7CFB815E-D395-D4BC-5FED-CAD9DFACB3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0337" y="1672504"/>
            <a:ext cx="998010" cy="1756496"/>
          </a:xfrm>
          <a:prstGeom prst="rect">
            <a:avLst/>
          </a:prstGeom>
        </p:spPr>
      </p:pic>
      <p:pic>
        <p:nvPicPr>
          <p:cNvPr id="6" name="Grafik 5">
            <a:extLst>
              <a:ext uri="{FF2B5EF4-FFF2-40B4-BE49-F238E27FC236}">
                <a16:creationId xmlns:a16="http://schemas.microsoft.com/office/drawing/2014/main" id="{0D3F646E-5746-001E-03D3-9CCDF57E1C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20083" y="1672504"/>
            <a:ext cx="1635358" cy="1756496"/>
          </a:xfrm>
          <a:prstGeom prst="rect">
            <a:avLst/>
          </a:prstGeom>
        </p:spPr>
      </p:pic>
      <p:pic>
        <p:nvPicPr>
          <p:cNvPr id="8" name="Grafik 7">
            <a:extLst>
              <a:ext uri="{FF2B5EF4-FFF2-40B4-BE49-F238E27FC236}">
                <a16:creationId xmlns:a16="http://schemas.microsoft.com/office/drawing/2014/main" id="{FC9C8220-C2B2-BE98-91A0-208575E3C4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57178" y="1672504"/>
            <a:ext cx="1408676" cy="1756496"/>
          </a:xfrm>
          <a:prstGeom prst="rect">
            <a:avLst/>
          </a:prstGeom>
        </p:spPr>
      </p:pic>
      <p:pic>
        <p:nvPicPr>
          <p:cNvPr id="10" name="Grafik 9">
            <a:extLst>
              <a:ext uri="{FF2B5EF4-FFF2-40B4-BE49-F238E27FC236}">
                <a16:creationId xmlns:a16="http://schemas.microsoft.com/office/drawing/2014/main" id="{9ECFB4E5-9C05-7799-5DF8-AC7ADDCB0C7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31884" y="1672504"/>
            <a:ext cx="2729326" cy="1756496"/>
          </a:xfrm>
          <a:prstGeom prst="rect">
            <a:avLst/>
          </a:prstGeom>
        </p:spPr>
      </p:pic>
      <p:pic>
        <p:nvPicPr>
          <p:cNvPr id="12" name="Grafik 11">
            <a:extLst>
              <a:ext uri="{FF2B5EF4-FFF2-40B4-BE49-F238E27FC236}">
                <a16:creationId xmlns:a16="http://schemas.microsoft.com/office/drawing/2014/main" id="{67AA9615-C4FE-1518-0E48-85DE5BBEF93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42007" y="4591141"/>
            <a:ext cx="1955056" cy="1756496"/>
          </a:xfrm>
          <a:prstGeom prst="rect">
            <a:avLst/>
          </a:prstGeom>
        </p:spPr>
      </p:pic>
      <p:pic>
        <p:nvPicPr>
          <p:cNvPr id="14" name="Grafik 13">
            <a:extLst>
              <a:ext uri="{FF2B5EF4-FFF2-40B4-BE49-F238E27FC236}">
                <a16:creationId xmlns:a16="http://schemas.microsoft.com/office/drawing/2014/main" id="{243E96B4-90D3-CB21-122A-FC837A07AFB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06664" y="4591141"/>
            <a:ext cx="1142337" cy="1756496"/>
          </a:xfrm>
          <a:prstGeom prst="rect">
            <a:avLst/>
          </a:prstGeom>
        </p:spPr>
      </p:pic>
      <p:pic>
        <p:nvPicPr>
          <p:cNvPr id="16" name="Grafik 15">
            <a:extLst>
              <a:ext uri="{FF2B5EF4-FFF2-40B4-BE49-F238E27FC236}">
                <a16:creationId xmlns:a16="http://schemas.microsoft.com/office/drawing/2014/main" id="{4072FEC7-3BBC-0ADB-E568-9621F089B7D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872006" y="4591141"/>
            <a:ext cx="1489204" cy="1756496"/>
          </a:xfrm>
          <a:prstGeom prst="rect">
            <a:avLst/>
          </a:prstGeom>
        </p:spPr>
      </p:pic>
      <p:sp>
        <p:nvSpPr>
          <p:cNvPr id="17" name="Textfeld 16">
            <a:extLst>
              <a:ext uri="{FF2B5EF4-FFF2-40B4-BE49-F238E27FC236}">
                <a16:creationId xmlns:a16="http://schemas.microsoft.com/office/drawing/2014/main" id="{7841DC79-2DD7-4C90-38CE-08BE606CF84D}"/>
              </a:ext>
            </a:extLst>
          </p:cNvPr>
          <p:cNvSpPr txBox="1"/>
          <p:nvPr/>
        </p:nvSpPr>
        <p:spPr>
          <a:xfrm>
            <a:off x="339583" y="932575"/>
            <a:ext cx="1359517" cy="646331"/>
          </a:xfrm>
          <a:prstGeom prst="rect">
            <a:avLst/>
          </a:prstGeom>
          <a:noFill/>
        </p:spPr>
        <p:txBody>
          <a:bodyPr wrap="square" rtlCol="0">
            <a:spAutoFit/>
          </a:bodyPr>
          <a:lstStyle/>
          <a:p>
            <a:r>
              <a:rPr lang="de-AT" dirty="0"/>
              <a:t>Loreen, Die Heldin</a:t>
            </a:r>
          </a:p>
        </p:txBody>
      </p:sp>
      <p:sp>
        <p:nvSpPr>
          <p:cNvPr id="18" name="Textfeld 17">
            <a:extLst>
              <a:ext uri="{FF2B5EF4-FFF2-40B4-BE49-F238E27FC236}">
                <a16:creationId xmlns:a16="http://schemas.microsoft.com/office/drawing/2014/main" id="{37DE3F98-A7A9-C830-EF59-8E1356221624}"/>
              </a:ext>
            </a:extLst>
          </p:cNvPr>
          <p:cNvSpPr txBox="1"/>
          <p:nvPr/>
        </p:nvSpPr>
        <p:spPr>
          <a:xfrm>
            <a:off x="2219535" y="932574"/>
            <a:ext cx="3036453" cy="646331"/>
          </a:xfrm>
          <a:prstGeom prst="rect">
            <a:avLst/>
          </a:prstGeom>
          <a:noFill/>
        </p:spPr>
        <p:txBody>
          <a:bodyPr wrap="square" rtlCol="0">
            <a:spAutoFit/>
          </a:bodyPr>
          <a:lstStyle/>
          <a:p>
            <a:r>
              <a:rPr lang="de-AT" dirty="0"/>
              <a:t>Feind, der sich zufällig bewegt, oder eine Bahn folgt.</a:t>
            </a:r>
          </a:p>
        </p:txBody>
      </p:sp>
      <p:sp>
        <p:nvSpPr>
          <p:cNvPr id="19" name="Textfeld 18">
            <a:extLst>
              <a:ext uri="{FF2B5EF4-FFF2-40B4-BE49-F238E27FC236}">
                <a16:creationId xmlns:a16="http://schemas.microsoft.com/office/drawing/2014/main" id="{DE024778-7B4F-60E3-B571-CB457B142C3C}"/>
              </a:ext>
            </a:extLst>
          </p:cNvPr>
          <p:cNvSpPr txBox="1"/>
          <p:nvPr/>
        </p:nvSpPr>
        <p:spPr>
          <a:xfrm>
            <a:off x="5313951" y="954913"/>
            <a:ext cx="2695130" cy="646331"/>
          </a:xfrm>
          <a:prstGeom prst="rect">
            <a:avLst/>
          </a:prstGeom>
          <a:noFill/>
        </p:spPr>
        <p:txBody>
          <a:bodyPr wrap="square" rtlCol="0">
            <a:spAutoFit/>
          </a:bodyPr>
          <a:lstStyle/>
          <a:p>
            <a:r>
              <a:rPr lang="de-AT" dirty="0"/>
              <a:t>Feind, der verfolgt, wenn man in Radius ist. </a:t>
            </a:r>
          </a:p>
        </p:txBody>
      </p:sp>
      <p:sp>
        <p:nvSpPr>
          <p:cNvPr id="20" name="Textfeld 19">
            <a:extLst>
              <a:ext uri="{FF2B5EF4-FFF2-40B4-BE49-F238E27FC236}">
                <a16:creationId xmlns:a16="http://schemas.microsoft.com/office/drawing/2014/main" id="{7065CEEC-15D4-B2AC-CFD4-146E5784E577}"/>
              </a:ext>
            </a:extLst>
          </p:cNvPr>
          <p:cNvSpPr txBox="1"/>
          <p:nvPr/>
        </p:nvSpPr>
        <p:spPr>
          <a:xfrm>
            <a:off x="8507343" y="932573"/>
            <a:ext cx="2729326" cy="646331"/>
          </a:xfrm>
          <a:prstGeom prst="rect">
            <a:avLst/>
          </a:prstGeom>
          <a:noFill/>
        </p:spPr>
        <p:txBody>
          <a:bodyPr wrap="square" rtlCol="0">
            <a:spAutoFit/>
          </a:bodyPr>
          <a:lstStyle/>
          <a:p>
            <a:r>
              <a:rPr lang="de-AT" dirty="0"/>
              <a:t>Schlange. Gefährlich und tödlich.</a:t>
            </a:r>
          </a:p>
        </p:txBody>
      </p:sp>
      <p:sp>
        <p:nvSpPr>
          <p:cNvPr id="21" name="Textfeld 20">
            <a:extLst>
              <a:ext uri="{FF2B5EF4-FFF2-40B4-BE49-F238E27FC236}">
                <a16:creationId xmlns:a16="http://schemas.microsoft.com/office/drawing/2014/main" id="{F81413F9-359F-6F17-DEAD-33257DFB2936}"/>
              </a:ext>
            </a:extLst>
          </p:cNvPr>
          <p:cNvSpPr txBox="1"/>
          <p:nvPr/>
        </p:nvSpPr>
        <p:spPr>
          <a:xfrm>
            <a:off x="1339701" y="3848986"/>
            <a:ext cx="2488019" cy="646331"/>
          </a:xfrm>
          <a:prstGeom prst="rect">
            <a:avLst/>
          </a:prstGeom>
          <a:noFill/>
        </p:spPr>
        <p:txBody>
          <a:bodyPr wrap="square" rtlCol="0">
            <a:spAutoFit/>
          </a:bodyPr>
          <a:lstStyle/>
          <a:p>
            <a:r>
              <a:rPr lang="de-AT" dirty="0"/>
              <a:t>Spinne, giftig und ekelhaft</a:t>
            </a:r>
          </a:p>
        </p:txBody>
      </p:sp>
      <p:sp>
        <p:nvSpPr>
          <p:cNvPr id="22" name="Textfeld 21">
            <a:extLst>
              <a:ext uri="{FF2B5EF4-FFF2-40B4-BE49-F238E27FC236}">
                <a16:creationId xmlns:a16="http://schemas.microsoft.com/office/drawing/2014/main" id="{5A9E879B-0453-B0FB-5E8E-408DB46AAC77}"/>
              </a:ext>
            </a:extLst>
          </p:cNvPr>
          <p:cNvSpPr txBox="1"/>
          <p:nvPr/>
        </p:nvSpPr>
        <p:spPr>
          <a:xfrm>
            <a:off x="5130269" y="3848986"/>
            <a:ext cx="2695129" cy="646331"/>
          </a:xfrm>
          <a:prstGeom prst="rect">
            <a:avLst/>
          </a:prstGeom>
          <a:noFill/>
        </p:spPr>
        <p:txBody>
          <a:bodyPr wrap="square" rtlCol="0">
            <a:spAutoFit/>
          </a:bodyPr>
          <a:lstStyle/>
          <a:p>
            <a:r>
              <a:rPr lang="de-AT" dirty="0"/>
              <a:t>Relic, mit verschiedenen Attributen Erhöhungen.</a:t>
            </a:r>
          </a:p>
        </p:txBody>
      </p:sp>
      <p:sp>
        <p:nvSpPr>
          <p:cNvPr id="24" name="Textfeld 23">
            <a:extLst>
              <a:ext uri="{FF2B5EF4-FFF2-40B4-BE49-F238E27FC236}">
                <a16:creationId xmlns:a16="http://schemas.microsoft.com/office/drawing/2014/main" id="{E6EF2216-2132-3F6C-F1B0-479859EEEDBF}"/>
              </a:ext>
            </a:extLst>
          </p:cNvPr>
          <p:cNvSpPr txBox="1"/>
          <p:nvPr/>
        </p:nvSpPr>
        <p:spPr>
          <a:xfrm>
            <a:off x="9127947" y="3848986"/>
            <a:ext cx="2977322" cy="646331"/>
          </a:xfrm>
          <a:prstGeom prst="rect">
            <a:avLst/>
          </a:prstGeom>
          <a:noFill/>
        </p:spPr>
        <p:txBody>
          <a:bodyPr wrap="square" rtlCol="0">
            <a:spAutoFit/>
          </a:bodyPr>
          <a:lstStyle/>
          <a:p>
            <a:r>
              <a:rPr lang="de-AT" dirty="0"/>
              <a:t>Gatekeeper, Loreens einzige Chance zu entkommen</a:t>
            </a:r>
          </a:p>
        </p:txBody>
      </p:sp>
      <p:sp>
        <p:nvSpPr>
          <p:cNvPr id="3" name="Textfeld 2">
            <a:extLst>
              <a:ext uri="{FF2B5EF4-FFF2-40B4-BE49-F238E27FC236}">
                <a16:creationId xmlns:a16="http://schemas.microsoft.com/office/drawing/2014/main" id="{506C546B-C02E-8CA6-CDF1-651DD0324581}"/>
              </a:ext>
            </a:extLst>
          </p:cNvPr>
          <p:cNvSpPr txBox="1"/>
          <p:nvPr/>
        </p:nvSpPr>
        <p:spPr>
          <a:xfrm>
            <a:off x="11784418" y="6488668"/>
            <a:ext cx="407581" cy="369332"/>
          </a:xfrm>
          <a:prstGeom prst="rect">
            <a:avLst/>
          </a:prstGeom>
          <a:noFill/>
        </p:spPr>
        <p:txBody>
          <a:bodyPr wrap="square" rtlCol="0">
            <a:spAutoFit/>
          </a:bodyPr>
          <a:lstStyle/>
          <a:p>
            <a:r>
              <a:rPr lang="de-AT" dirty="0"/>
              <a:t>5</a:t>
            </a:r>
          </a:p>
        </p:txBody>
      </p:sp>
    </p:spTree>
    <p:extLst>
      <p:ext uri="{BB962C8B-B14F-4D97-AF65-F5344CB8AC3E}">
        <p14:creationId xmlns:p14="http://schemas.microsoft.com/office/powerpoint/2010/main" val="28245637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0DED8-0D9D-CF61-F239-675846AD5E10}"/>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A4270FE5-A52F-31FA-EC7E-3265FDDC6082}"/>
              </a:ext>
            </a:extLst>
          </p:cNvPr>
          <p:cNvSpPr txBox="1">
            <a:spLocks/>
          </p:cNvSpPr>
          <p:nvPr/>
        </p:nvSpPr>
        <p:spPr>
          <a:xfrm>
            <a:off x="1524000" y="8969"/>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noProof="0" dirty="0" err="1"/>
              <a:t>Keybindings</a:t>
            </a:r>
            <a:endParaRPr lang="de-DE" sz="4000" noProof="0" dirty="0"/>
          </a:p>
        </p:txBody>
      </p:sp>
      <p:sp>
        <p:nvSpPr>
          <p:cNvPr id="4" name="Textfeld 3">
            <a:extLst>
              <a:ext uri="{FF2B5EF4-FFF2-40B4-BE49-F238E27FC236}">
                <a16:creationId xmlns:a16="http://schemas.microsoft.com/office/drawing/2014/main" id="{6A8506C1-7ACC-6788-6939-FCEF714DFAF9}"/>
              </a:ext>
            </a:extLst>
          </p:cNvPr>
          <p:cNvSpPr txBox="1"/>
          <p:nvPr/>
        </p:nvSpPr>
        <p:spPr>
          <a:xfrm>
            <a:off x="774885" y="888732"/>
            <a:ext cx="2569537" cy="1477328"/>
          </a:xfrm>
          <a:prstGeom prst="rect">
            <a:avLst/>
          </a:prstGeom>
          <a:noFill/>
        </p:spPr>
        <p:txBody>
          <a:bodyPr wrap="square" rtlCol="0">
            <a:spAutoFit/>
          </a:bodyPr>
          <a:lstStyle/>
          <a:p>
            <a:r>
              <a:rPr lang="de-DE" noProof="0" dirty="0" err="1"/>
              <a:t>Bewegund</a:t>
            </a:r>
            <a:r>
              <a:rPr lang="de-DE" noProof="0" dirty="0"/>
              <a:t> des Spielers:</a:t>
            </a:r>
          </a:p>
          <a:p>
            <a:pPr marL="285750" indent="-285750">
              <a:buFont typeface="Arial" panose="020B0604020202020204" pitchFamily="34" charset="0"/>
              <a:buChar char="•"/>
            </a:pPr>
            <a:r>
              <a:rPr lang="de-DE" dirty="0"/>
              <a:t>w : Nach oben</a:t>
            </a:r>
          </a:p>
          <a:p>
            <a:pPr marL="285750" indent="-285750">
              <a:buFont typeface="Arial" panose="020B0604020202020204" pitchFamily="34" charset="0"/>
              <a:buChar char="•"/>
            </a:pPr>
            <a:r>
              <a:rPr lang="de-DE" noProof="0" dirty="0"/>
              <a:t>A : Links</a:t>
            </a:r>
          </a:p>
          <a:p>
            <a:pPr marL="285750" indent="-285750">
              <a:buFont typeface="Arial" panose="020B0604020202020204" pitchFamily="34" charset="0"/>
              <a:buChar char="•"/>
            </a:pPr>
            <a:r>
              <a:rPr lang="de-DE" dirty="0"/>
              <a:t>d : Rechts</a:t>
            </a:r>
          </a:p>
          <a:p>
            <a:pPr marL="285750" indent="-285750">
              <a:buFont typeface="Arial" panose="020B0604020202020204" pitchFamily="34" charset="0"/>
              <a:buChar char="•"/>
            </a:pPr>
            <a:r>
              <a:rPr lang="de-DE" dirty="0"/>
              <a:t>s : Nach unten</a:t>
            </a:r>
          </a:p>
        </p:txBody>
      </p:sp>
      <p:sp>
        <p:nvSpPr>
          <p:cNvPr id="3" name="Textfeld 2">
            <a:extLst>
              <a:ext uri="{FF2B5EF4-FFF2-40B4-BE49-F238E27FC236}">
                <a16:creationId xmlns:a16="http://schemas.microsoft.com/office/drawing/2014/main" id="{97A7A67B-AD28-3196-8140-32CFF7CE0387}"/>
              </a:ext>
            </a:extLst>
          </p:cNvPr>
          <p:cNvSpPr txBox="1"/>
          <p:nvPr/>
        </p:nvSpPr>
        <p:spPr>
          <a:xfrm>
            <a:off x="577700" y="4361165"/>
            <a:ext cx="10866475" cy="369332"/>
          </a:xfrm>
          <a:prstGeom prst="rect">
            <a:avLst/>
          </a:prstGeom>
          <a:noFill/>
        </p:spPr>
        <p:txBody>
          <a:bodyPr wrap="square" rtlCol="0">
            <a:spAutoFit/>
          </a:bodyPr>
          <a:lstStyle/>
          <a:p>
            <a:r>
              <a:rPr lang="de-DE" dirty="0"/>
              <a:t> </a:t>
            </a:r>
            <a:endParaRPr lang="de-DE" noProof="0" dirty="0"/>
          </a:p>
        </p:txBody>
      </p:sp>
      <p:pic>
        <p:nvPicPr>
          <p:cNvPr id="6" name="Grafik 5">
            <a:extLst>
              <a:ext uri="{FF2B5EF4-FFF2-40B4-BE49-F238E27FC236}">
                <a16:creationId xmlns:a16="http://schemas.microsoft.com/office/drawing/2014/main" id="{CB7B8A3B-EFEA-A898-D9FB-2D1EE7ADD2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54772" y="1803470"/>
            <a:ext cx="5363323" cy="1257475"/>
          </a:xfrm>
          <a:prstGeom prst="rect">
            <a:avLst/>
          </a:prstGeom>
        </p:spPr>
      </p:pic>
      <p:sp>
        <p:nvSpPr>
          <p:cNvPr id="7" name="Textfeld 6">
            <a:extLst>
              <a:ext uri="{FF2B5EF4-FFF2-40B4-BE49-F238E27FC236}">
                <a16:creationId xmlns:a16="http://schemas.microsoft.com/office/drawing/2014/main" id="{54AB05E4-0645-7D6E-71B3-357BB8B981D0}"/>
              </a:ext>
            </a:extLst>
          </p:cNvPr>
          <p:cNvSpPr txBox="1"/>
          <p:nvPr/>
        </p:nvSpPr>
        <p:spPr>
          <a:xfrm>
            <a:off x="6436239" y="1044762"/>
            <a:ext cx="5457295" cy="646331"/>
          </a:xfrm>
          <a:prstGeom prst="rect">
            <a:avLst/>
          </a:prstGeom>
          <a:noFill/>
        </p:spPr>
        <p:txBody>
          <a:bodyPr wrap="square" rtlCol="0">
            <a:spAutoFit/>
          </a:bodyPr>
          <a:lstStyle/>
          <a:p>
            <a:r>
              <a:rPr lang="de-AT" dirty="0"/>
              <a:t>Spieler Info </a:t>
            </a:r>
            <a:r>
              <a:rPr lang="de-AT" dirty="0" err="1"/>
              <a:t>anzeigen.Oben</a:t>
            </a:r>
            <a:r>
              <a:rPr lang="de-AT" dirty="0"/>
              <a:t> rechts. Position, Bewegungsrichtung, </a:t>
            </a:r>
            <a:r>
              <a:rPr lang="de-AT" dirty="0" err="1"/>
              <a:t>Relicsanzahl</a:t>
            </a:r>
            <a:r>
              <a:rPr lang="de-AT" dirty="0"/>
              <a:t>.</a:t>
            </a:r>
          </a:p>
        </p:txBody>
      </p:sp>
      <p:sp>
        <p:nvSpPr>
          <p:cNvPr id="8" name="Textfeld 7">
            <a:extLst>
              <a:ext uri="{FF2B5EF4-FFF2-40B4-BE49-F238E27FC236}">
                <a16:creationId xmlns:a16="http://schemas.microsoft.com/office/drawing/2014/main" id="{20204AB8-CED7-81D1-15E4-6537EF1CB402}"/>
              </a:ext>
            </a:extLst>
          </p:cNvPr>
          <p:cNvSpPr txBox="1"/>
          <p:nvPr/>
        </p:nvSpPr>
        <p:spPr>
          <a:xfrm>
            <a:off x="5769939" y="1960211"/>
            <a:ext cx="684833" cy="769441"/>
          </a:xfrm>
          <a:prstGeom prst="rect">
            <a:avLst/>
          </a:prstGeom>
          <a:noFill/>
        </p:spPr>
        <p:txBody>
          <a:bodyPr wrap="square" rtlCol="0">
            <a:spAutoFit/>
          </a:bodyPr>
          <a:lstStyle/>
          <a:p>
            <a:r>
              <a:rPr lang="de-AT" sz="4400" dirty="0"/>
              <a:t>i:</a:t>
            </a:r>
          </a:p>
        </p:txBody>
      </p:sp>
      <p:pic>
        <p:nvPicPr>
          <p:cNvPr id="10" name="Grafik 9">
            <a:extLst>
              <a:ext uri="{FF2B5EF4-FFF2-40B4-BE49-F238E27FC236}">
                <a16:creationId xmlns:a16="http://schemas.microsoft.com/office/drawing/2014/main" id="{6F4E124A-068F-41D2-0EB9-8232CCA41E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6239" y="4989420"/>
            <a:ext cx="3534268" cy="1190791"/>
          </a:xfrm>
          <a:prstGeom prst="rect">
            <a:avLst/>
          </a:prstGeom>
        </p:spPr>
      </p:pic>
      <p:sp>
        <p:nvSpPr>
          <p:cNvPr id="11" name="Textfeld 10">
            <a:extLst>
              <a:ext uri="{FF2B5EF4-FFF2-40B4-BE49-F238E27FC236}">
                <a16:creationId xmlns:a16="http://schemas.microsoft.com/office/drawing/2014/main" id="{18DEB3A5-8E74-0EF5-34DE-0B986A53AD1C}"/>
              </a:ext>
            </a:extLst>
          </p:cNvPr>
          <p:cNvSpPr txBox="1"/>
          <p:nvPr/>
        </p:nvSpPr>
        <p:spPr>
          <a:xfrm>
            <a:off x="5447633" y="5108641"/>
            <a:ext cx="877132" cy="769441"/>
          </a:xfrm>
          <a:prstGeom prst="rect">
            <a:avLst/>
          </a:prstGeom>
          <a:noFill/>
        </p:spPr>
        <p:txBody>
          <a:bodyPr wrap="square" rtlCol="0">
            <a:spAutoFit/>
          </a:bodyPr>
          <a:lstStyle/>
          <a:p>
            <a:r>
              <a:rPr lang="de-AT" sz="4400" dirty="0"/>
              <a:t>m:</a:t>
            </a:r>
          </a:p>
        </p:txBody>
      </p:sp>
      <p:sp>
        <p:nvSpPr>
          <p:cNvPr id="12" name="Textfeld 11">
            <a:extLst>
              <a:ext uri="{FF2B5EF4-FFF2-40B4-BE49-F238E27FC236}">
                <a16:creationId xmlns:a16="http://schemas.microsoft.com/office/drawing/2014/main" id="{522D1282-30ED-E753-FDC4-58B6F301DB0F}"/>
              </a:ext>
            </a:extLst>
          </p:cNvPr>
          <p:cNvSpPr txBox="1"/>
          <p:nvPr/>
        </p:nvSpPr>
        <p:spPr>
          <a:xfrm>
            <a:off x="6436239" y="3948466"/>
            <a:ext cx="5381856" cy="923330"/>
          </a:xfrm>
          <a:prstGeom prst="rect">
            <a:avLst/>
          </a:prstGeom>
          <a:noFill/>
        </p:spPr>
        <p:txBody>
          <a:bodyPr wrap="square" rtlCol="0">
            <a:spAutoFit/>
          </a:bodyPr>
          <a:lstStyle/>
          <a:p>
            <a:r>
              <a:rPr lang="de-AT" dirty="0"/>
              <a:t>Spiel Info anzeigen. Oben links. Frames per Second, Zeit, die eine Frame braucht, gesamte  angezeigte Frames Anzahl.</a:t>
            </a:r>
          </a:p>
        </p:txBody>
      </p:sp>
      <p:pic>
        <p:nvPicPr>
          <p:cNvPr id="14" name="Grafik 13">
            <a:extLst>
              <a:ext uri="{FF2B5EF4-FFF2-40B4-BE49-F238E27FC236}">
                <a16:creationId xmlns:a16="http://schemas.microsoft.com/office/drawing/2014/main" id="{FF4ECBA4-F492-B1F7-CCEB-ADCE0FC78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64678" y="4744329"/>
            <a:ext cx="781159" cy="1190791"/>
          </a:xfrm>
          <a:prstGeom prst="rect">
            <a:avLst/>
          </a:prstGeom>
        </p:spPr>
      </p:pic>
      <p:sp>
        <p:nvSpPr>
          <p:cNvPr id="15" name="Textfeld 14">
            <a:extLst>
              <a:ext uri="{FF2B5EF4-FFF2-40B4-BE49-F238E27FC236}">
                <a16:creationId xmlns:a16="http://schemas.microsoft.com/office/drawing/2014/main" id="{0041F221-8BC5-812E-C1EF-BA75D22F7677}"/>
              </a:ext>
            </a:extLst>
          </p:cNvPr>
          <p:cNvSpPr txBox="1"/>
          <p:nvPr/>
        </p:nvSpPr>
        <p:spPr>
          <a:xfrm>
            <a:off x="2187243" y="5013288"/>
            <a:ext cx="2314357" cy="646331"/>
          </a:xfrm>
          <a:prstGeom prst="rect">
            <a:avLst/>
          </a:prstGeom>
          <a:noFill/>
        </p:spPr>
        <p:txBody>
          <a:bodyPr wrap="square" rtlCol="0">
            <a:spAutoFit/>
          </a:bodyPr>
          <a:lstStyle/>
          <a:p>
            <a:r>
              <a:rPr lang="de-AT" dirty="0" err="1"/>
              <a:t>Bounding</a:t>
            </a:r>
            <a:r>
              <a:rPr lang="de-AT" dirty="0"/>
              <a:t> Boxes der Entitäten anzeigen.</a:t>
            </a:r>
          </a:p>
        </p:txBody>
      </p:sp>
      <p:sp>
        <p:nvSpPr>
          <p:cNvPr id="18" name="Textfeld 17">
            <a:extLst>
              <a:ext uri="{FF2B5EF4-FFF2-40B4-BE49-F238E27FC236}">
                <a16:creationId xmlns:a16="http://schemas.microsoft.com/office/drawing/2014/main" id="{54B33C16-DDD6-14F8-74A5-2B014EFCB808}"/>
              </a:ext>
            </a:extLst>
          </p:cNvPr>
          <p:cNvSpPr txBox="1"/>
          <p:nvPr/>
        </p:nvSpPr>
        <p:spPr>
          <a:xfrm>
            <a:off x="679845" y="4852607"/>
            <a:ext cx="684833" cy="769441"/>
          </a:xfrm>
          <a:prstGeom prst="rect">
            <a:avLst/>
          </a:prstGeom>
          <a:noFill/>
        </p:spPr>
        <p:txBody>
          <a:bodyPr wrap="square" rtlCol="0">
            <a:spAutoFit/>
          </a:bodyPr>
          <a:lstStyle/>
          <a:p>
            <a:r>
              <a:rPr lang="de-AT" sz="4400" dirty="0"/>
              <a:t>b:</a:t>
            </a:r>
          </a:p>
        </p:txBody>
      </p:sp>
      <p:sp>
        <p:nvSpPr>
          <p:cNvPr id="19" name="Textfeld 18">
            <a:extLst>
              <a:ext uri="{FF2B5EF4-FFF2-40B4-BE49-F238E27FC236}">
                <a16:creationId xmlns:a16="http://schemas.microsoft.com/office/drawing/2014/main" id="{E4625870-D47B-B2A5-4EEC-FCE783B73DA0}"/>
              </a:ext>
            </a:extLst>
          </p:cNvPr>
          <p:cNvSpPr txBox="1"/>
          <p:nvPr/>
        </p:nvSpPr>
        <p:spPr>
          <a:xfrm>
            <a:off x="1364678" y="2558197"/>
            <a:ext cx="2213660" cy="369332"/>
          </a:xfrm>
          <a:prstGeom prst="rect">
            <a:avLst/>
          </a:prstGeom>
          <a:noFill/>
        </p:spPr>
        <p:txBody>
          <a:bodyPr wrap="square" rtlCol="0">
            <a:spAutoFit/>
          </a:bodyPr>
          <a:lstStyle/>
          <a:p>
            <a:r>
              <a:rPr lang="de-AT" dirty="0"/>
              <a:t>beendet das Spiel</a:t>
            </a:r>
          </a:p>
        </p:txBody>
      </p:sp>
      <p:sp>
        <p:nvSpPr>
          <p:cNvPr id="20" name="Textfeld 19">
            <a:extLst>
              <a:ext uri="{FF2B5EF4-FFF2-40B4-BE49-F238E27FC236}">
                <a16:creationId xmlns:a16="http://schemas.microsoft.com/office/drawing/2014/main" id="{20FD531A-1B36-89C8-755B-1ADFF3B724C5}"/>
              </a:ext>
            </a:extLst>
          </p:cNvPr>
          <p:cNvSpPr txBox="1"/>
          <p:nvPr/>
        </p:nvSpPr>
        <p:spPr>
          <a:xfrm>
            <a:off x="1289368" y="3105834"/>
            <a:ext cx="3534268" cy="646331"/>
          </a:xfrm>
          <a:prstGeom prst="rect">
            <a:avLst/>
          </a:prstGeom>
          <a:noFill/>
        </p:spPr>
        <p:txBody>
          <a:bodyPr wrap="square" rtlCol="0">
            <a:spAutoFit/>
          </a:bodyPr>
          <a:lstStyle/>
          <a:p>
            <a:r>
              <a:rPr lang="de-AT" dirty="0"/>
              <a:t>tötet den/die Feind/e wenn im Kampffenster</a:t>
            </a:r>
          </a:p>
        </p:txBody>
      </p:sp>
      <p:sp>
        <p:nvSpPr>
          <p:cNvPr id="21" name="Textfeld 20">
            <a:extLst>
              <a:ext uri="{FF2B5EF4-FFF2-40B4-BE49-F238E27FC236}">
                <a16:creationId xmlns:a16="http://schemas.microsoft.com/office/drawing/2014/main" id="{E5368264-6DEE-5D01-A9F9-F68F1D6DF288}"/>
              </a:ext>
            </a:extLst>
          </p:cNvPr>
          <p:cNvSpPr txBox="1"/>
          <p:nvPr/>
        </p:nvSpPr>
        <p:spPr>
          <a:xfrm>
            <a:off x="734781" y="2999278"/>
            <a:ext cx="684833" cy="769441"/>
          </a:xfrm>
          <a:prstGeom prst="rect">
            <a:avLst/>
          </a:prstGeom>
          <a:noFill/>
        </p:spPr>
        <p:txBody>
          <a:bodyPr wrap="square" rtlCol="0">
            <a:spAutoFit/>
          </a:bodyPr>
          <a:lstStyle/>
          <a:p>
            <a:r>
              <a:rPr lang="de-AT" sz="4400" dirty="0"/>
              <a:t>k:</a:t>
            </a:r>
          </a:p>
        </p:txBody>
      </p:sp>
      <p:sp>
        <p:nvSpPr>
          <p:cNvPr id="22" name="Textfeld 21">
            <a:extLst>
              <a:ext uri="{FF2B5EF4-FFF2-40B4-BE49-F238E27FC236}">
                <a16:creationId xmlns:a16="http://schemas.microsoft.com/office/drawing/2014/main" id="{E780782F-F995-F031-7B10-B0E7E64429BF}"/>
              </a:ext>
            </a:extLst>
          </p:cNvPr>
          <p:cNvSpPr txBox="1"/>
          <p:nvPr/>
        </p:nvSpPr>
        <p:spPr>
          <a:xfrm>
            <a:off x="774885" y="2319841"/>
            <a:ext cx="684833" cy="769441"/>
          </a:xfrm>
          <a:prstGeom prst="rect">
            <a:avLst/>
          </a:prstGeom>
          <a:noFill/>
        </p:spPr>
        <p:txBody>
          <a:bodyPr wrap="square" rtlCol="0">
            <a:spAutoFit/>
          </a:bodyPr>
          <a:lstStyle/>
          <a:p>
            <a:r>
              <a:rPr lang="de-AT" sz="4400" dirty="0"/>
              <a:t>x:</a:t>
            </a:r>
          </a:p>
        </p:txBody>
      </p:sp>
      <p:sp>
        <p:nvSpPr>
          <p:cNvPr id="23" name="Textfeld 22">
            <a:extLst>
              <a:ext uri="{FF2B5EF4-FFF2-40B4-BE49-F238E27FC236}">
                <a16:creationId xmlns:a16="http://schemas.microsoft.com/office/drawing/2014/main" id="{D3DEEA64-D388-856B-4941-1F3DF4EC6DDC}"/>
              </a:ext>
            </a:extLst>
          </p:cNvPr>
          <p:cNvSpPr txBox="1"/>
          <p:nvPr/>
        </p:nvSpPr>
        <p:spPr>
          <a:xfrm>
            <a:off x="1289368" y="3948466"/>
            <a:ext cx="3534268" cy="646331"/>
          </a:xfrm>
          <a:prstGeom prst="rect">
            <a:avLst/>
          </a:prstGeom>
          <a:noFill/>
        </p:spPr>
        <p:txBody>
          <a:bodyPr wrap="square" rtlCol="0">
            <a:spAutoFit/>
          </a:bodyPr>
          <a:lstStyle/>
          <a:p>
            <a:r>
              <a:rPr lang="de-AT" dirty="0"/>
              <a:t>verlieren gegen den/die Feind/e wenn im Kampffenster</a:t>
            </a:r>
          </a:p>
        </p:txBody>
      </p:sp>
      <p:sp>
        <p:nvSpPr>
          <p:cNvPr id="24" name="Textfeld 23">
            <a:extLst>
              <a:ext uri="{FF2B5EF4-FFF2-40B4-BE49-F238E27FC236}">
                <a16:creationId xmlns:a16="http://schemas.microsoft.com/office/drawing/2014/main" id="{8E42FFBB-16FD-7270-117C-669DF94294C0}"/>
              </a:ext>
            </a:extLst>
          </p:cNvPr>
          <p:cNvSpPr txBox="1"/>
          <p:nvPr/>
        </p:nvSpPr>
        <p:spPr>
          <a:xfrm>
            <a:off x="839167" y="3840468"/>
            <a:ext cx="684833" cy="769441"/>
          </a:xfrm>
          <a:prstGeom prst="rect">
            <a:avLst/>
          </a:prstGeom>
          <a:noFill/>
        </p:spPr>
        <p:txBody>
          <a:bodyPr wrap="square" rtlCol="0">
            <a:spAutoFit/>
          </a:bodyPr>
          <a:lstStyle/>
          <a:p>
            <a:r>
              <a:rPr lang="de-AT" sz="4400" dirty="0"/>
              <a:t>l:</a:t>
            </a:r>
          </a:p>
        </p:txBody>
      </p:sp>
      <p:sp>
        <p:nvSpPr>
          <p:cNvPr id="5" name="Textfeld 4">
            <a:extLst>
              <a:ext uri="{FF2B5EF4-FFF2-40B4-BE49-F238E27FC236}">
                <a16:creationId xmlns:a16="http://schemas.microsoft.com/office/drawing/2014/main" id="{9AF358B1-CADB-C5B8-26F3-50B683ECAC6A}"/>
              </a:ext>
            </a:extLst>
          </p:cNvPr>
          <p:cNvSpPr txBox="1"/>
          <p:nvPr/>
        </p:nvSpPr>
        <p:spPr>
          <a:xfrm>
            <a:off x="11784418" y="6488668"/>
            <a:ext cx="407581" cy="369332"/>
          </a:xfrm>
          <a:prstGeom prst="rect">
            <a:avLst/>
          </a:prstGeom>
          <a:noFill/>
        </p:spPr>
        <p:txBody>
          <a:bodyPr wrap="square" rtlCol="0">
            <a:spAutoFit/>
          </a:bodyPr>
          <a:lstStyle/>
          <a:p>
            <a:r>
              <a:rPr lang="de-AT" dirty="0"/>
              <a:t>6</a:t>
            </a:r>
          </a:p>
        </p:txBody>
      </p:sp>
    </p:spTree>
    <p:extLst>
      <p:ext uri="{BB962C8B-B14F-4D97-AF65-F5344CB8AC3E}">
        <p14:creationId xmlns:p14="http://schemas.microsoft.com/office/powerpoint/2010/main" val="1054288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1387E-C6C6-46A8-53BE-9164A9F09DE3}"/>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792722A8-A1F6-F878-6A9D-76A619F64C9E}"/>
              </a:ext>
            </a:extLst>
          </p:cNvPr>
          <p:cNvSpPr txBox="1">
            <a:spLocks/>
          </p:cNvSpPr>
          <p:nvPr/>
        </p:nvSpPr>
        <p:spPr>
          <a:xfrm>
            <a:off x="1523996" y="12703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Start Bildschirm</a:t>
            </a:r>
            <a:endParaRPr lang="de-DE" sz="4000" noProof="0" dirty="0"/>
          </a:p>
        </p:txBody>
      </p:sp>
      <p:sp>
        <p:nvSpPr>
          <p:cNvPr id="4" name="Textfeld 3">
            <a:extLst>
              <a:ext uri="{FF2B5EF4-FFF2-40B4-BE49-F238E27FC236}">
                <a16:creationId xmlns:a16="http://schemas.microsoft.com/office/drawing/2014/main" id="{43BF5B95-913E-7668-4546-3495E2C440C6}"/>
              </a:ext>
            </a:extLst>
          </p:cNvPr>
          <p:cNvSpPr txBox="1"/>
          <p:nvPr/>
        </p:nvSpPr>
        <p:spPr>
          <a:xfrm>
            <a:off x="662759" y="859466"/>
            <a:ext cx="10866475" cy="923330"/>
          </a:xfrm>
          <a:prstGeom prst="rect">
            <a:avLst/>
          </a:prstGeom>
          <a:noFill/>
        </p:spPr>
        <p:txBody>
          <a:bodyPr wrap="square" rtlCol="0">
            <a:spAutoFit/>
          </a:bodyPr>
          <a:lstStyle/>
          <a:p>
            <a:r>
              <a:rPr lang="de-AT" dirty="0"/>
              <a:t>Der Startbildschirm erinnert an ein Dungeon oder einen dunklen Tempel. Der Korridor, der ins Innere führt, ist mit einem roten Teppich bedeckt. Niemand weiß, was da drinnen lauert. Wer tapfer genug ist, dann sollte Enter drücken um es herauszufinden.</a:t>
            </a:r>
            <a:endParaRPr lang="de-DE" noProof="0" dirty="0"/>
          </a:p>
        </p:txBody>
      </p:sp>
      <p:pic>
        <p:nvPicPr>
          <p:cNvPr id="5" name="Grafik 4">
            <a:extLst>
              <a:ext uri="{FF2B5EF4-FFF2-40B4-BE49-F238E27FC236}">
                <a16:creationId xmlns:a16="http://schemas.microsoft.com/office/drawing/2014/main" id="{79F44E57-FFD8-9B20-2657-4311B8FE6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6662" y="1782796"/>
            <a:ext cx="9558672" cy="4830018"/>
          </a:xfrm>
          <a:prstGeom prst="rect">
            <a:avLst/>
          </a:prstGeom>
        </p:spPr>
      </p:pic>
      <p:sp>
        <p:nvSpPr>
          <p:cNvPr id="3" name="Textfeld 2">
            <a:extLst>
              <a:ext uri="{FF2B5EF4-FFF2-40B4-BE49-F238E27FC236}">
                <a16:creationId xmlns:a16="http://schemas.microsoft.com/office/drawing/2014/main" id="{0BAA6583-8567-D76E-B8AE-9BF6E93EB4B3}"/>
              </a:ext>
            </a:extLst>
          </p:cNvPr>
          <p:cNvSpPr txBox="1"/>
          <p:nvPr/>
        </p:nvSpPr>
        <p:spPr>
          <a:xfrm>
            <a:off x="11784418" y="6488668"/>
            <a:ext cx="407581" cy="369332"/>
          </a:xfrm>
          <a:prstGeom prst="rect">
            <a:avLst/>
          </a:prstGeom>
          <a:noFill/>
        </p:spPr>
        <p:txBody>
          <a:bodyPr wrap="square" rtlCol="0">
            <a:spAutoFit/>
          </a:bodyPr>
          <a:lstStyle/>
          <a:p>
            <a:r>
              <a:rPr lang="de-AT" dirty="0"/>
              <a:t>7</a:t>
            </a:r>
          </a:p>
        </p:txBody>
      </p:sp>
    </p:spTree>
    <p:extLst>
      <p:ext uri="{BB962C8B-B14F-4D97-AF65-F5344CB8AC3E}">
        <p14:creationId xmlns:p14="http://schemas.microsoft.com/office/powerpoint/2010/main" val="20973834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660A6-5BE7-9883-5CF8-941586E948F8}"/>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F8DDAE71-722A-D5A8-BB4B-459C0E477AB3}"/>
              </a:ext>
            </a:extLst>
          </p:cNvPr>
          <p:cNvSpPr txBox="1">
            <a:spLocks/>
          </p:cNvSpPr>
          <p:nvPr/>
        </p:nvSpPr>
        <p:spPr>
          <a:xfrm>
            <a:off x="1523996" y="12703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Start Raum</a:t>
            </a:r>
            <a:endParaRPr lang="de-DE" sz="4000" noProof="0" dirty="0"/>
          </a:p>
        </p:txBody>
      </p:sp>
      <p:sp>
        <p:nvSpPr>
          <p:cNvPr id="4" name="Textfeld 3">
            <a:extLst>
              <a:ext uri="{FF2B5EF4-FFF2-40B4-BE49-F238E27FC236}">
                <a16:creationId xmlns:a16="http://schemas.microsoft.com/office/drawing/2014/main" id="{56C5FF50-6DF4-CDF7-5F97-FF9A434B5C8C}"/>
              </a:ext>
            </a:extLst>
          </p:cNvPr>
          <p:cNvSpPr txBox="1"/>
          <p:nvPr/>
        </p:nvSpPr>
        <p:spPr>
          <a:xfrm>
            <a:off x="662759" y="859466"/>
            <a:ext cx="10866475" cy="923330"/>
          </a:xfrm>
          <a:prstGeom prst="rect">
            <a:avLst/>
          </a:prstGeom>
          <a:noFill/>
        </p:spPr>
        <p:txBody>
          <a:bodyPr wrap="square" rtlCol="0">
            <a:spAutoFit/>
          </a:bodyPr>
          <a:lstStyle/>
          <a:p>
            <a:r>
              <a:rPr lang="de-AT" dirty="0"/>
              <a:t>Loreen erwacht in einem dunklen Raum voll mit Feinden und soll ihr Weg nach draußen finden. Es geben Türen zu anderen Räumen, die erforscht werden könnten. Vorsicht ist essenziell und man muss sich überlegen, ob man kämpfen oder flüchten soll.</a:t>
            </a:r>
            <a:endParaRPr lang="de-DE" noProof="0" dirty="0"/>
          </a:p>
        </p:txBody>
      </p:sp>
      <p:pic>
        <p:nvPicPr>
          <p:cNvPr id="6" name="Grafik 5">
            <a:extLst>
              <a:ext uri="{FF2B5EF4-FFF2-40B4-BE49-F238E27FC236}">
                <a16:creationId xmlns:a16="http://schemas.microsoft.com/office/drawing/2014/main" id="{633E64DE-6D0F-C159-D925-AF8212A09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3363" y="1867856"/>
            <a:ext cx="8185265" cy="4699591"/>
          </a:xfrm>
          <a:prstGeom prst="rect">
            <a:avLst/>
          </a:prstGeom>
        </p:spPr>
      </p:pic>
      <p:sp>
        <p:nvSpPr>
          <p:cNvPr id="3" name="Textfeld 2">
            <a:extLst>
              <a:ext uri="{FF2B5EF4-FFF2-40B4-BE49-F238E27FC236}">
                <a16:creationId xmlns:a16="http://schemas.microsoft.com/office/drawing/2014/main" id="{8A63BF4A-3C99-6090-B62C-16C33F9FE4FA}"/>
              </a:ext>
            </a:extLst>
          </p:cNvPr>
          <p:cNvSpPr txBox="1"/>
          <p:nvPr/>
        </p:nvSpPr>
        <p:spPr>
          <a:xfrm>
            <a:off x="11784418" y="6488668"/>
            <a:ext cx="407581" cy="369332"/>
          </a:xfrm>
          <a:prstGeom prst="rect">
            <a:avLst/>
          </a:prstGeom>
          <a:noFill/>
        </p:spPr>
        <p:txBody>
          <a:bodyPr wrap="square" rtlCol="0">
            <a:spAutoFit/>
          </a:bodyPr>
          <a:lstStyle/>
          <a:p>
            <a:r>
              <a:rPr lang="de-AT" dirty="0"/>
              <a:t>8</a:t>
            </a:r>
          </a:p>
        </p:txBody>
      </p:sp>
    </p:spTree>
    <p:extLst>
      <p:ext uri="{BB962C8B-B14F-4D97-AF65-F5344CB8AC3E}">
        <p14:creationId xmlns:p14="http://schemas.microsoft.com/office/powerpoint/2010/main" val="35408211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4E8B6-7DF8-AF55-106A-6137E5E6E001}"/>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73F58F74-A76B-0FAD-726F-3DD1D812CA13}"/>
              </a:ext>
            </a:extLst>
          </p:cNvPr>
          <p:cNvSpPr txBox="1">
            <a:spLocks/>
          </p:cNvSpPr>
          <p:nvPr/>
        </p:nvSpPr>
        <p:spPr>
          <a:xfrm>
            <a:off x="1523996" y="12703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noProof="0" dirty="0"/>
              <a:t>Kampffenster</a:t>
            </a:r>
          </a:p>
        </p:txBody>
      </p:sp>
      <p:sp>
        <p:nvSpPr>
          <p:cNvPr id="4" name="Textfeld 3">
            <a:extLst>
              <a:ext uri="{FF2B5EF4-FFF2-40B4-BE49-F238E27FC236}">
                <a16:creationId xmlns:a16="http://schemas.microsoft.com/office/drawing/2014/main" id="{169BB550-7AFC-9F97-7FB0-3493F3403AFA}"/>
              </a:ext>
            </a:extLst>
          </p:cNvPr>
          <p:cNvSpPr txBox="1"/>
          <p:nvPr/>
        </p:nvSpPr>
        <p:spPr>
          <a:xfrm>
            <a:off x="178977" y="859466"/>
            <a:ext cx="11834037" cy="1200329"/>
          </a:xfrm>
          <a:prstGeom prst="rect">
            <a:avLst/>
          </a:prstGeom>
          <a:noFill/>
        </p:spPr>
        <p:txBody>
          <a:bodyPr wrap="square" rtlCol="0">
            <a:spAutoFit/>
          </a:bodyPr>
          <a:lstStyle/>
          <a:p>
            <a:r>
              <a:rPr lang="de-DE" noProof="0" dirty="0"/>
              <a:t>Wenn die Heldin mit einem oder mehreren Feinden kollidiert, öffnet sich ein Fenster, in dem der Kampf durchgeführt wird. Der Spieler wählt seinen Angriff oder Buff mit den Tasten w oder s. Mit der Taste Space führt er sein Zug </a:t>
            </a:r>
            <a:r>
              <a:rPr lang="de-DE" dirty="0"/>
              <a:t>aus</a:t>
            </a:r>
            <a:r>
              <a:rPr lang="de-DE" noProof="0" dirty="0"/>
              <a:t>. Wenn es mehr als einen Feind gibt, muss der Spieler </a:t>
            </a:r>
            <a:r>
              <a:rPr lang="de-DE" dirty="0"/>
              <a:t>zudem</a:t>
            </a:r>
            <a:r>
              <a:rPr lang="de-DE" noProof="0" dirty="0"/>
              <a:t> wählen, gegen welchen Feind </a:t>
            </a:r>
            <a:r>
              <a:rPr lang="de-DE" dirty="0"/>
              <a:t>der</a:t>
            </a:r>
            <a:r>
              <a:rPr lang="de-DE" noProof="0" dirty="0"/>
              <a:t> Zug gerichtet ist. Zur Erinnerung, mit der Taste k, kann der Spieler sofort die Feinde töten und mit der Taste l den Kampf gegen sie verlieren.</a:t>
            </a:r>
          </a:p>
        </p:txBody>
      </p:sp>
      <p:pic>
        <p:nvPicPr>
          <p:cNvPr id="5" name="Grafik 4">
            <a:extLst>
              <a:ext uri="{FF2B5EF4-FFF2-40B4-BE49-F238E27FC236}">
                <a16:creationId xmlns:a16="http://schemas.microsoft.com/office/drawing/2014/main" id="{A457A197-5E8B-3038-DB2A-25F770A16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8174" y="2184546"/>
            <a:ext cx="8835651" cy="4389746"/>
          </a:xfrm>
          <a:prstGeom prst="rect">
            <a:avLst/>
          </a:prstGeom>
        </p:spPr>
      </p:pic>
      <p:sp>
        <p:nvSpPr>
          <p:cNvPr id="3" name="Textfeld 2">
            <a:extLst>
              <a:ext uri="{FF2B5EF4-FFF2-40B4-BE49-F238E27FC236}">
                <a16:creationId xmlns:a16="http://schemas.microsoft.com/office/drawing/2014/main" id="{0B8819B4-DA21-B97B-9E8E-12CD352268AA}"/>
              </a:ext>
            </a:extLst>
          </p:cNvPr>
          <p:cNvSpPr txBox="1"/>
          <p:nvPr/>
        </p:nvSpPr>
        <p:spPr>
          <a:xfrm>
            <a:off x="11784418" y="6488668"/>
            <a:ext cx="407581" cy="369332"/>
          </a:xfrm>
          <a:prstGeom prst="rect">
            <a:avLst/>
          </a:prstGeom>
          <a:noFill/>
        </p:spPr>
        <p:txBody>
          <a:bodyPr wrap="square" rtlCol="0">
            <a:spAutoFit/>
          </a:bodyPr>
          <a:lstStyle/>
          <a:p>
            <a:r>
              <a:rPr lang="de-AT" dirty="0"/>
              <a:t>9</a:t>
            </a:r>
          </a:p>
        </p:txBody>
      </p:sp>
    </p:spTree>
    <p:extLst>
      <p:ext uri="{BB962C8B-B14F-4D97-AF65-F5344CB8AC3E}">
        <p14:creationId xmlns:p14="http://schemas.microsoft.com/office/powerpoint/2010/main" val="22931669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41A35-C1CB-AC39-BCBC-75EE83578C62}"/>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F85B0413-C813-62C0-7C12-37C40432F6DE}"/>
              </a:ext>
            </a:extLst>
          </p:cNvPr>
          <p:cNvSpPr txBox="1">
            <a:spLocks/>
          </p:cNvSpPr>
          <p:nvPr/>
        </p:nvSpPr>
        <p:spPr>
          <a:xfrm>
            <a:off x="1523996" y="12703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Interagieren mit </a:t>
            </a:r>
            <a:r>
              <a:rPr lang="de-DE" sz="4000" dirty="0" err="1"/>
              <a:t>Relics</a:t>
            </a:r>
            <a:endParaRPr lang="de-DE" sz="4000" noProof="0" dirty="0"/>
          </a:p>
        </p:txBody>
      </p:sp>
      <p:sp>
        <p:nvSpPr>
          <p:cNvPr id="4" name="Textfeld 3">
            <a:extLst>
              <a:ext uri="{FF2B5EF4-FFF2-40B4-BE49-F238E27FC236}">
                <a16:creationId xmlns:a16="http://schemas.microsoft.com/office/drawing/2014/main" id="{AC466EA8-36F7-3C48-005F-AC35B0B633CF}"/>
              </a:ext>
            </a:extLst>
          </p:cNvPr>
          <p:cNvSpPr txBox="1"/>
          <p:nvPr/>
        </p:nvSpPr>
        <p:spPr>
          <a:xfrm>
            <a:off x="372140" y="859466"/>
            <a:ext cx="11568223" cy="923330"/>
          </a:xfrm>
          <a:prstGeom prst="rect">
            <a:avLst/>
          </a:prstGeom>
          <a:noFill/>
        </p:spPr>
        <p:txBody>
          <a:bodyPr wrap="square" rtlCol="0">
            <a:spAutoFit/>
          </a:bodyPr>
          <a:lstStyle/>
          <a:p>
            <a:r>
              <a:rPr lang="de-AT" dirty="0"/>
              <a:t>Wenn der Spieler mit einem Relic kollidiert, erhält er je nach Art des </a:t>
            </a:r>
            <a:r>
              <a:rPr lang="de-AT" dirty="0" err="1"/>
              <a:t>Relics</a:t>
            </a:r>
            <a:r>
              <a:rPr lang="de-AT" dirty="0"/>
              <a:t> eine Erhöhung eines Attributes. Dafür wird eine kurze Meldung in der Mitte des Bildschirms angezeigt und das entsprechende Attribut erhöht. Die Attribute des Spielers sind unten links sichtbar.</a:t>
            </a:r>
            <a:endParaRPr lang="de-DE" dirty="0"/>
          </a:p>
        </p:txBody>
      </p:sp>
      <p:pic>
        <p:nvPicPr>
          <p:cNvPr id="6" name="Grafik 5">
            <a:extLst>
              <a:ext uri="{FF2B5EF4-FFF2-40B4-BE49-F238E27FC236}">
                <a16:creationId xmlns:a16="http://schemas.microsoft.com/office/drawing/2014/main" id="{9BF60FB1-FD26-A50F-469F-9BB8D70A65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25240" y="1878489"/>
            <a:ext cx="8262021" cy="4703064"/>
          </a:xfrm>
          <a:prstGeom prst="rect">
            <a:avLst/>
          </a:prstGeom>
        </p:spPr>
      </p:pic>
      <p:sp>
        <p:nvSpPr>
          <p:cNvPr id="3" name="Textfeld 2">
            <a:extLst>
              <a:ext uri="{FF2B5EF4-FFF2-40B4-BE49-F238E27FC236}">
                <a16:creationId xmlns:a16="http://schemas.microsoft.com/office/drawing/2014/main" id="{97E9083D-9524-1041-4784-AC5AE14A8BE0}"/>
              </a:ext>
            </a:extLst>
          </p:cNvPr>
          <p:cNvSpPr txBox="1"/>
          <p:nvPr/>
        </p:nvSpPr>
        <p:spPr>
          <a:xfrm>
            <a:off x="11695814" y="6488668"/>
            <a:ext cx="496186" cy="369332"/>
          </a:xfrm>
          <a:prstGeom prst="rect">
            <a:avLst/>
          </a:prstGeom>
          <a:noFill/>
        </p:spPr>
        <p:txBody>
          <a:bodyPr wrap="square" rtlCol="0">
            <a:spAutoFit/>
          </a:bodyPr>
          <a:lstStyle/>
          <a:p>
            <a:r>
              <a:rPr lang="de-AT" dirty="0"/>
              <a:t>10</a:t>
            </a:r>
          </a:p>
        </p:txBody>
      </p:sp>
    </p:spTree>
    <p:extLst>
      <p:ext uri="{BB962C8B-B14F-4D97-AF65-F5344CB8AC3E}">
        <p14:creationId xmlns:p14="http://schemas.microsoft.com/office/powerpoint/2010/main" val="392276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54FE0-B67E-8857-1EB5-A23583468021}"/>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87308A1E-4213-6F2D-6D7F-74EE25B0E197}"/>
              </a:ext>
            </a:extLst>
          </p:cNvPr>
          <p:cNvSpPr txBox="1">
            <a:spLocks/>
          </p:cNvSpPr>
          <p:nvPr/>
        </p:nvSpPr>
        <p:spPr>
          <a:xfrm>
            <a:off x="1523996" y="12703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Interagieren mit Gatekeeper</a:t>
            </a:r>
            <a:endParaRPr lang="de-DE" sz="4000" noProof="0" dirty="0"/>
          </a:p>
        </p:txBody>
      </p:sp>
      <p:sp>
        <p:nvSpPr>
          <p:cNvPr id="4" name="Textfeld 3">
            <a:extLst>
              <a:ext uri="{FF2B5EF4-FFF2-40B4-BE49-F238E27FC236}">
                <a16:creationId xmlns:a16="http://schemas.microsoft.com/office/drawing/2014/main" id="{EE4475CA-C476-0308-AA5F-32AEB48E5C43}"/>
              </a:ext>
            </a:extLst>
          </p:cNvPr>
          <p:cNvSpPr txBox="1"/>
          <p:nvPr/>
        </p:nvSpPr>
        <p:spPr>
          <a:xfrm>
            <a:off x="372140" y="859466"/>
            <a:ext cx="11568223" cy="923330"/>
          </a:xfrm>
          <a:prstGeom prst="rect">
            <a:avLst/>
          </a:prstGeom>
          <a:noFill/>
        </p:spPr>
        <p:txBody>
          <a:bodyPr wrap="square" rtlCol="0">
            <a:spAutoFit/>
          </a:bodyPr>
          <a:lstStyle/>
          <a:p>
            <a:r>
              <a:rPr lang="de-AT" dirty="0"/>
              <a:t>Als Erstes soll der Spieler den Gatekeeper finden, um mit ihm zu interagieren. Wenn der Spieler mit weniger </a:t>
            </a:r>
            <a:r>
              <a:rPr lang="de-AT" dirty="0" err="1"/>
              <a:t>Relics</a:t>
            </a:r>
            <a:r>
              <a:rPr lang="de-AT" dirty="0"/>
              <a:t>, als er verlangt, zu ihm geht, wird eine kurze Meldung in der Mitte des Bildschirms angezeigt, die die Anzahl nennt, die der Gatekeeper benötigt.</a:t>
            </a:r>
            <a:endParaRPr lang="de-DE" dirty="0"/>
          </a:p>
        </p:txBody>
      </p:sp>
      <p:pic>
        <p:nvPicPr>
          <p:cNvPr id="6" name="Grafik 5">
            <a:extLst>
              <a:ext uri="{FF2B5EF4-FFF2-40B4-BE49-F238E27FC236}">
                <a16:creationId xmlns:a16="http://schemas.microsoft.com/office/drawing/2014/main" id="{ABFAE38F-E6E2-7B53-DC1A-E1CFA30DC0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7431" y="1782796"/>
            <a:ext cx="8237130" cy="4740731"/>
          </a:xfrm>
          <a:prstGeom prst="rect">
            <a:avLst/>
          </a:prstGeom>
        </p:spPr>
      </p:pic>
      <p:sp>
        <p:nvSpPr>
          <p:cNvPr id="3" name="Textfeld 2">
            <a:extLst>
              <a:ext uri="{FF2B5EF4-FFF2-40B4-BE49-F238E27FC236}">
                <a16:creationId xmlns:a16="http://schemas.microsoft.com/office/drawing/2014/main" id="{C48BA7DB-19E3-148A-B4BA-36AAE26CF9B4}"/>
              </a:ext>
            </a:extLst>
          </p:cNvPr>
          <p:cNvSpPr txBox="1"/>
          <p:nvPr/>
        </p:nvSpPr>
        <p:spPr>
          <a:xfrm>
            <a:off x="11695814" y="6488668"/>
            <a:ext cx="496186" cy="369332"/>
          </a:xfrm>
          <a:prstGeom prst="rect">
            <a:avLst/>
          </a:prstGeom>
          <a:noFill/>
        </p:spPr>
        <p:txBody>
          <a:bodyPr wrap="square" rtlCol="0">
            <a:spAutoFit/>
          </a:bodyPr>
          <a:lstStyle/>
          <a:p>
            <a:r>
              <a:rPr lang="de-AT" dirty="0"/>
              <a:t>11</a:t>
            </a:r>
          </a:p>
        </p:txBody>
      </p:sp>
    </p:spTree>
    <p:extLst>
      <p:ext uri="{BB962C8B-B14F-4D97-AF65-F5344CB8AC3E}">
        <p14:creationId xmlns:p14="http://schemas.microsoft.com/office/powerpoint/2010/main" val="2537524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76BBA-953E-03F0-0FB0-ED5C6793BD5F}"/>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9C562B52-F68F-EAB2-3FCB-02B46C210525}"/>
              </a:ext>
            </a:extLst>
          </p:cNvPr>
          <p:cNvSpPr txBox="1">
            <a:spLocks/>
          </p:cNvSpPr>
          <p:nvPr/>
        </p:nvSpPr>
        <p:spPr>
          <a:xfrm>
            <a:off x="1523996" y="12703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Interagieren mit Gatekeeper</a:t>
            </a:r>
            <a:endParaRPr lang="de-DE" sz="4000" noProof="0" dirty="0"/>
          </a:p>
        </p:txBody>
      </p:sp>
      <p:sp>
        <p:nvSpPr>
          <p:cNvPr id="4" name="Textfeld 3">
            <a:extLst>
              <a:ext uri="{FF2B5EF4-FFF2-40B4-BE49-F238E27FC236}">
                <a16:creationId xmlns:a16="http://schemas.microsoft.com/office/drawing/2014/main" id="{19714577-D57F-4FA4-1154-0413BE1E7490}"/>
              </a:ext>
            </a:extLst>
          </p:cNvPr>
          <p:cNvSpPr txBox="1"/>
          <p:nvPr/>
        </p:nvSpPr>
        <p:spPr>
          <a:xfrm>
            <a:off x="372140" y="859466"/>
            <a:ext cx="11568223" cy="923330"/>
          </a:xfrm>
          <a:prstGeom prst="rect">
            <a:avLst/>
          </a:prstGeom>
          <a:noFill/>
        </p:spPr>
        <p:txBody>
          <a:bodyPr wrap="square" rtlCol="0">
            <a:spAutoFit/>
          </a:bodyPr>
          <a:lstStyle/>
          <a:p>
            <a:r>
              <a:rPr lang="de-DE" noProof="0" dirty="0"/>
              <a:t>Wenn der Spieler die richtige Anzahl von </a:t>
            </a:r>
            <a:r>
              <a:rPr lang="de-DE" noProof="0" dirty="0" err="1"/>
              <a:t>Relics</a:t>
            </a:r>
            <a:r>
              <a:rPr lang="de-DE" noProof="0" dirty="0"/>
              <a:t> oder mehr zum </a:t>
            </a:r>
            <a:r>
              <a:rPr lang="de-DE" dirty="0"/>
              <a:t>Gatekeeper </a:t>
            </a:r>
            <a:r>
              <a:rPr lang="de-DE" noProof="0" dirty="0"/>
              <a:t>bringt, dann gewinnt er das Spiel und wird gefragt, ob </a:t>
            </a:r>
            <a:r>
              <a:rPr lang="de-DE" noProof="0"/>
              <a:t>er erneut </a:t>
            </a:r>
            <a:r>
              <a:rPr lang="de-DE" noProof="0" dirty="0"/>
              <a:t>spielen möchtet. Wenn der Spieler y drückt, dann wird eine Stoppuhr im Zentrum der Bildschirm angezeigt, die von 3 absteigend zählt. Wenn Null erreicht wird, beginnt wieder das Spiel von Anfang an.</a:t>
            </a:r>
          </a:p>
        </p:txBody>
      </p:sp>
      <p:pic>
        <p:nvPicPr>
          <p:cNvPr id="5" name="Grafik 4">
            <a:extLst>
              <a:ext uri="{FF2B5EF4-FFF2-40B4-BE49-F238E27FC236}">
                <a16:creationId xmlns:a16="http://schemas.microsoft.com/office/drawing/2014/main" id="{763975D3-EB8C-D6BA-8650-EF8EB580AF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90440" y="1782796"/>
            <a:ext cx="8211112" cy="4712009"/>
          </a:xfrm>
          <a:prstGeom prst="rect">
            <a:avLst/>
          </a:prstGeom>
        </p:spPr>
      </p:pic>
      <p:sp>
        <p:nvSpPr>
          <p:cNvPr id="3" name="Textfeld 2">
            <a:extLst>
              <a:ext uri="{FF2B5EF4-FFF2-40B4-BE49-F238E27FC236}">
                <a16:creationId xmlns:a16="http://schemas.microsoft.com/office/drawing/2014/main" id="{3F5FFFCB-E059-8121-C7AE-AEAA18B4093F}"/>
              </a:ext>
            </a:extLst>
          </p:cNvPr>
          <p:cNvSpPr txBox="1"/>
          <p:nvPr/>
        </p:nvSpPr>
        <p:spPr>
          <a:xfrm>
            <a:off x="11695814" y="6488668"/>
            <a:ext cx="496186" cy="369332"/>
          </a:xfrm>
          <a:prstGeom prst="rect">
            <a:avLst/>
          </a:prstGeom>
          <a:noFill/>
        </p:spPr>
        <p:txBody>
          <a:bodyPr wrap="square" rtlCol="0">
            <a:spAutoFit/>
          </a:bodyPr>
          <a:lstStyle/>
          <a:p>
            <a:r>
              <a:rPr lang="de-AT" dirty="0"/>
              <a:t>12</a:t>
            </a:r>
          </a:p>
        </p:txBody>
      </p:sp>
    </p:spTree>
    <p:extLst>
      <p:ext uri="{BB962C8B-B14F-4D97-AF65-F5344CB8AC3E}">
        <p14:creationId xmlns:p14="http://schemas.microsoft.com/office/powerpoint/2010/main" val="4010395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E9DE0-9A81-009E-224D-DAF4608ED965}"/>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8385DE09-532E-BB5B-BC21-7BBAEB140605}"/>
              </a:ext>
            </a:extLst>
          </p:cNvPr>
          <p:cNvSpPr txBox="1">
            <a:spLocks/>
          </p:cNvSpPr>
          <p:nvPr/>
        </p:nvSpPr>
        <p:spPr>
          <a:xfrm>
            <a:off x="1523996" y="127038"/>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Interagieren mit Gatekeeper</a:t>
            </a:r>
            <a:endParaRPr lang="de-DE" sz="4000" noProof="0" dirty="0"/>
          </a:p>
        </p:txBody>
      </p:sp>
      <p:pic>
        <p:nvPicPr>
          <p:cNvPr id="13" name="Grafik 12">
            <a:extLst>
              <a:ext uri="{FF2B5EF4-FFF2-40B4-BE49-F238E27FC236}">
                <a16:creationId xmlns:a16="http://schemas.microsoft.com/office/drawing/2014/main" id="{FA16D0ED-8916-3A79-3C1C-D58B17E08B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7597" y="1102503"/>
            <a:ext cx="4612022" cy="2650503"/>
          </a:xfrm>
          <a:prstGeom prst="rect">
            <a:avLst/>
          </a:prstGeom>
        </p:spPr>
      </p:pic>
      <p:pic>
        <p:nvPicPr>
          <p:cNvPr id="15" name="Grafik 14">
            <a:extLst>
              <a:ext uri="{FF2B5EF4-FFF2-40B4-BE49-F238E27FC236}">
                <a16:creationId xmlns:a16="http://schemas.microsoft.com/office/drawing/2014/main" id="{48089AF3-9F1C-1AA9-1C48-13B7534EAD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2113" y="1104204"/>
            <a:ext cx="4617043" cy="2648802"/>
          </a:xfrm>
          <a:prstGeom prst="rect">
            <a:avLst/>
          </a:prstGeom>
        </p:spPr>
      </p:pic>
      <p:pic>
        <p:nvPicPr>
          <p:cNvPr id="17" name="Grafik 16">
            <a:extLst>
              <a:ext uri="{FF2B5EF4-FFF2-40B4-BE49-F238E27FC236}">
                <a16:creationId xmlns:a16="http://schemas.microsoft.com/office/drawing/2014/main" id="{B6D7984C-90F8-55F7-F1F4-8522B1958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58980" y="3979269"/>
            <a:ext cx="4600639" cy="2639751"/>
          </a:xfrm>
          <a:prstGeom prst="rect">
            <a:avLst/>
          </a:prstGeom>
        </p:spPr>
      </p:pic>
      <p:pic>
        <p:nvPicPr>
          <p:cNvPr id="19" name="Grafik 18">
            <a:extLst>
              <a:ext uri="{FF2B5EF4-FFF2-40B4-BE49-F238E27FC236}">
                <a16:creationId xmlns:a16="http://schemas.microsoft.com/office/drawing/2014/main" id="{F033ADD3-4ED6-6826-F49D-2AFFD19F39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92113" y="3979269"/>
            <a:ext cx="4620684" cy="2656525"/>
          </a:xfrm>
          <a:prstGeom prst="rect">
            <a:avLst/>
          </a:prstGeom>
        </p:spPr>
      </p:pic>
      <p:sp>
        <p:nvSpPr>
          <p:cNvPr id="3" name="Textfeld 2">
            <a:extLst>
              <a:ext uri="{FF2B5EF4-FFF2-40B4-BE49-F238E27FC236}">
                <a16:creationId xmlns:a16="http://schemas.microsoft.com/office/drawing/2014/main" id="{FE74FE13-C03B-CD62-55EE-3C8EC81A9F18}"/>
              </a:ext>
            </a:extLst>
          </p:cNvPr>
          <p:cNvSpPr txBox="1"/>
          <p:nvPr/>
        </p:nvSpPr>
        <p:spPr>
          <a:xfrm>
            <a:off x="11695814" y="6488668"/>
            <a:ext cx="496186" cy="369332"/>
          </a:xfrm>
          <a:prstGeom prst="rect">
            <a:avLst/>
          </a:prstGeom>
          <a:noFill/>
        </p:spPr>
        <p:txBody>
          <a:bodyPr wrap="square" rtlCol="0">
            <a:spAutoFit/>
          </a:bodyPr>
          <a:lstStyle/>
          <a:p>
            <a:r>
              <a:rPr lang="de-AT" dirty="0"/>
              <a:t>13</a:t>
            </a:r>
          </a:p>
        </p:txBody>
      </p:sp>
    </p:spTree>
    <p:extLst>
      <p:ext uri="{BB962C8B-B14F-4D97-AF65-F5344CB8AC3E}">
        <p14:creationId xmlns:p14="http://schemas.microsoft.com/office/powerpoint/2010/main" val="35313117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133BE-468F-4C8C-C928-76996D448C7B}"/>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1528C6E3-1B10-7437-2731-C5197975B427}"/>
              </a:ext>
            </a:extLst>
          </p:cNvPr>
          <p:cNvSpPr txBox="1">
            <a:spLocks/>
          </p:cNvSpPr>
          <p:nvPr/>
        </p:nvSpPr>
        <p:spPr>
          <a:xfrm>
            <a:off x="1523997" y="572913"/>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dirty="0"/>
              <a:t>Allgemeine Informationen</a:t>
            </a:r>
            <a:endParaRPr lang="de-DE" sz="4000" noProof="0" dirty="0"/>
          </a:p>
        </p:txBody>
      </p:sp>
      <p:sp>
        <p:nvSpPr>
          <p:cNvPr id="4" name="Textfeld 3">
            <a:extLst>
              <a:ext uri="{FF2B5EF4-FFF2-40B4-BE49-F238E27FC236}">
                <a16:creationId xmlns:a16="http://schemas.microsoft.com/office/drawing/2014/main" id="{7A8EF775-B133-8DA2-5133-82E6AC91788D}"/>
              </a:ext>
            </a:extLst>
          </p:cNvPr>
          <p:cNvSpPr txBox="1"/>
          <p:nvPr/>
        </p:nvSpPr>
        <p:spPr>
          <a:xfrm>
            <a:off x="662760" y="1305341"/>
            <a:ext cx="10866475" cy="4247317"/>
          </a:xfrm>
          <a:prstGeom prst="rect">
            <a:avLst/>
          </a:prstGeom>
          <a:noFill/>
        </p:spPr>
        <p:txBody>
          <a:bodyPr wrap="square" rtlCol="0">
            <a:spAutoFit/>
          </a:bodyPr>
          <a:lstStyle/>
          <a:p>
            <a:r>
              <a:rPr lang="de-AT" noProof="0" dirty="0"/>
              <a:t>Für die Entwicklung des Spieles wurde nur eine externe Bibliothek </a:t>
            </a:r>
            <a:r>
              <a:rPr lang="de-AT" noProof="0" dirty="0" err="1"/>
              <a:t>ve</a:t>
            </a:r>
            <a:r>
              <a:rPr lang="de-AT" dirty="0" err="1"/>
              <a:t>rwendet</a:t>
            </a:r>
            <a:r>
              <a:rPr lang="de-AT" dirty="0"/>
              <a:t>, nämlich die „</a:t>
            </a:r>
            <a:r>
              <a:rPr lang="de-AT" dirty="0" err="1"/>
              <a:t>PDCurses</a:t>
            </a:r>
            <a:r>
              <a:rPr lang="de-AT" dirty="0"/>
              <a:t>“. Der Benutzer muss nichts installieren oder herunterladen, da die Bibliothek in dem Spiel vorhanden ist. Abgesehen davon, es entstehen keine Abhängigkeiten um das Spiel zu installieren und auszuführen. Die einzige Voraussetzung ist, dass man „</a:t>
            </a:r>
            <a:r>
              <a:rPr lang="de-AT" dirty="0" err="1"/>
              <a:t>cmake</a:t>
            </a:r>
            <a:r>
              <a:rPr lang="de-AT" dirty="0"/>
              <a:t>“ installiert haben soll, um das Projekt zu erstellen (</a:t>
            </a:r>
            <a:r>
              <a:rPr lang="de-AT" dirty="0" err="1"/>
              <a:t>build</a:t>
            </a:r>
            <a:r>
              <a:rPr lang="de-AT" dirty="0"/>
              <a:t>). Damit kann man durch das Terminal von dem source Code erstellen. Wenn „Visual Studio“ vorhanden ist und die </a:t>
            </a:r>
            <a:r>
              <a:rPr lang="de-AT" dirty="0" err="1"/>
              <a:t>extension</a:t>
            </a:r>
            <a:r>
              <a:rPr lang="de-AT" dirty="0"/>
              <a:t> „C++ </a:t>
            </a:r>
            <a:r>
              <a:rPr lang="de-AT" dirty="0" err="1"/>
              <a:t>Build</a:t>
            </a:r>
            <a:r>
              <a:rPr lang="de-AT" dirty="0"/>
              <a:t> </a:t>
            </a:r>
            <a:r>
              <a:rPr lang="de-AT" dirty="0" err="1"/>
              <a:t>essentials</a:t>
            </a:r>
            <a:r>
              <a:rPr lang="de-AT" dirty="0"/>
              <a:t>“ installiert hat , wäre es  einfacher, das Projekt damit zu erstellen.</a:t>
            </a:r>
          </a:p>
          <a:p>
            <a:endParaRPr lang="de-AT" dirty="0"/>
          </a:p>
          <a:p>
            <a:r>
              <a:rPr lang="de-AT" dirty="0"/>
              <a:t>Um das Spiel auszuführen, muss man die .exe Datei von dem Terminal aufrufen (</a:t>
            </a:r>
            <a:r>
              <a:rPr lang="de-AT" dirty="0" err="1"/>
              <a:t>cmd</a:t>
            </a:r>
            <a:r>
              <a:rPr lang="de-AT" dirty="0"/>
              <a:t> oder PowerShell). Das Spiel initialisiert das bereits geöffnete Terminal und passt es zu der Größe der Bildschirm. </a:t>
            </a:r>
          </a:p>
          <a:p>
            <a:endParaRPr lang="de-AT" noProof="0" dirty="0"/>
          </a:p>
          <a:p>
            <a:r>
              <a:rPr lang="de-AT" noProof="0" dirty="0"/>
              <a:t>Die Codebasis besteht nur aus C++ Standard Bibliotheken.</a:t>
            </a:r>
          </a:p>
          <a:p>
            <a:endParaRPr lang="de-AT" noProof="0" dirty="0"/>
          </a:p>
          <a:p>
            <a:r>
              <a:rPr lang="de-AT" dirty="0"/>
              <a:t>Für das gesamte Projekt wurden 269 Stunden investiert. Das betrifft konkret das Schreiben des Codes, Recherche, Meetings zwischen den Teilnehmenden, Dokumentation schreiben, Debugging und </a:t>
            </a:r>
            <a:r>
              <a:rPr lang="de-AT" dirty="0" err="1"/>
              <a:t>Refactoring</a:t>
            </a:r>
            <a:r>
              <a:rPr lang="de-AT" dirty="0"/>
              <a:t> wenn nötig und Präsentationen.</a:t>
            </a:r>
            <a:endParaRPr lang="de-DE" noProof="0" dirty="0"/>
          </a:p>
        </p:txBody>
      </p:sp>
      <p:sp>
        <p:nvSpPr>
          <p:cNvPr id="3" name="Textfeld 2">
            <a:extLst>
              <a:ext uri="{FF2B5EF4-FFF2-40B4-BE49-F238E27FC236}">
                <a16:creationId xmlns:a16="http://schemas.microsoft.com/office/drawing/2014/main" id="{701F6E67-32B6-697F-7C2C-9C13F5088A9E}"/>
              </a:ext>
            </a:extLst>
          </p:cNvPr>
          <p:cNvSpPr txBox="1"/>
          <p:nvPr/>
        </p:nvSpPr>
        <p:spPr>
          <a:xfrm>
            <a:off x="11695814" y="6488668"/>
            <a:ext cx="496186" cy="369332"/>
          </a:xfrm>
          <a:prstGeom prst="rect">
            <a:avLst/>
          </a:prstGeom>
          <a:noFill/>
        </p:spPr>
        <p:txBody>
          <a:bodyPr wrap="square" rtlCol="0">
            <a:spAutoFit/>
          </a:bodyPr>
          <a:lstStyle/>
          <a:p>
            <a:r>
              <a:rPr lang="de-AT" dirty="0"/>
              <a:t>14</a:t>
            </a:r>
          </a:p>
        </p:txBody>
      </p:sp>
    </p:spTree>
    <p:extLst>
      <p:ext uri="{BB962C8B-B14F-4D97-AF65-F5344CB8AC3E}">
        <p14:creationId xmlns:p14="http://schemas.microsoft.com/office/powerpoint/2010/main" val="4011689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849D6-F7D9-D99E-F482-6B315A66F12D}"/>
            </a:ext>
          </a:extLst>
        </p:cNvPr>
        <p:cNvGrpSpPr/>
        <p:nvPr/>
      </p:nvGrpSpPr>
      <p:grpSpPr>
        <a:xfrm>
          <a:off x="0" y="0"/>
          <a:ext cx="0" cy="0"/>
          <a:chOff x="0" y="0"/>
          <a:chExt cx="0" cy="0"/>
        </a:xfrm>
      </p:grpSpPr>
      <p:sp>
        <p:nvSpPr>
          <p:cNvPr id="2" name="Untertitel 2">
            <a:extLst>
              <a:ext uri="{FF2B5EF4-FFF2-40B4-BE49-F238E27FC236}">
                <a16:creationId xmlns:a16="http://schemas.microsoft.com/office/drawing/2014/main" id="{1BA3E424-9F63-8965-984B-8A8DC9BCFDC1}"/>
              </a:ext>
            </a:extLst>
          </p:cNvPr>
          <p:cNvSpPr txBox="1">
            <a:spLocks/>
          </p:cNvSpPr>
          <p:nvPr/>
        </p:nvSpPr>
        <p:spPr>
          <a:xfrm>
            <a:off x="1523998" y="1403910"/>
            <a:ext cx="9144000" cy="73242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de-DE" sz="4000" noProof="0" dirty="0"/>
              <a:t>Nachwort</a:t>
            </a:r>
          </a:p>
        </p:txBody>
      </p:sp>
      <p:sp>
        <p:nvSpPr>
          <p:cNvPr id="4" name="Textfeld 3">
            <a:extLst>
              <a:ext uri="{FF2B5EF4-FFF2-40B4-BE49-F238E27FC236}">
                <a16:creationId xmlns:a16="http://schemas.microsoft.com/office/drawing/2014/main" id="{394FA8DE-8EDD-186A-C21D-3D3412D9CB73}"/>
              </a:ext>
            </a:extLst>
          </p:cNvPr>
          <p:cNvSpPr txBox="1"/>
          <p:nvPr/>
        </p:nvSpPr>
        <p:spPr>
          <a:xfrm>
            <a:off x="662761" y="2136338"/>
            <a:ext cx="10866475" cy="2585323"/>
          </a:xfrm>
          <a:prstGeom prst="rect">
            <a:avLst/>
          </a:prstGeom>
          <a:noFill/>
        </p:spPr>
        <p:txBody>
          <a:bodyPr wrap="square" rtlCol="0">
            <a:spAutoFit/>
          </a:bodyPr>
          <a:lstStyle/>
          <a:p>
            <a:r>
              <a:rPr lang="de-AT" dirty="0"/>
              <a:t>Es war uns alle ein Vergnügen, miteinander zusammengearbeitet zu haben. Wir haben durch dieses Projekt viel gelernt und uns durchaus davon profitiert. Abgesehen vom Programmieren, haben wir auch wertvolle Erfahrungen gesammelt, nämlich wie man in einem Team arbeitet, wie man ein Projekt organisiert und entwickelt und das wichtigste, wie man Lösungen zu Problemen finden kann, denn Probleme treten während der Softwareentwicklung zwangsläufig immer wieder auf. Das schwierigste für uns war der Anfang. Die Frage, die wir alle damals nicht antworten konnten war, von wo man beginnen soll, um so ein großes Projekt zu entwickeln. Nachdem aber wir den ersten Schritt gewagt haben, ist das Projekt reibungslos gelaufen. Jetzt, nach sieben Sprints sind wir dem Ende angekommen. Das ist aber kein Ende, sondern der Anfang zu neuen Herausforderungen, die wir willkommen heißen.</a:t>
            </a:r>
            <a:endParaRPr lang="de-DE" noProof="0" dirty="0"/>
          </a:p>
        </p:txBody>
      </p:sp>
      <p:sp>
        <p:nvSpPr>
          <p:cNvPr id="3" name="Textfeld 2">
            <a:extLst>
              <a:ext uri="{FF2B5EF4-FFF2-40B4-BE49-F238E27FC236}">
                <a16:creationId xmlns:a16="http://schemas.microsoft.com/office/drawing/2014/main" id="{24855EB4-098C-3652-91F4-21ABED3E5009}"/>
              </a:ext>
            </a:extLst>
          </p:cNvPr>
          <p:cNvSpPr txBox="1"/>
          <p:nvPr/>
        </p:nvSpPr>
        <p:spPr>
          <a:xfrm>
            <a:off x="11695814" y="6488668"/>
            <a:ext cx="496186" cy="369332"/>
          </a:xfrm>
          <a:prstGeom prst="rect">
            <a:avLst/>
          </a:prstGeom>
          <a:noFill/>
        </p:spPr>
        <p:txBody>
          <a:bodyPr wrap="square" rtlCol="0">
            <a:spAutoFit/>
          </a:bodyPr>
          <a:lstStyle/>
          <a:p>
            <a:r>
              <a:rPr lang="de-AT" dirty="0"/>
              <a:t>15</a:t>
            </a:r>
          </a:p>
        </p:txBody>
      </p:sp>
    </p:spTree>
    <p:extLst>
      <p:ext uri="{BB962C8B-B14F-4D97-AF65-F5344CB8AC3E}">
        <p14:creationId xmlns:p14="http://schemas.microsoft.com/office/powerpoint/2010/main" val="1494191656"/>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1245</Words>
  <Application>Microsoft Office PowerPoint</Application>
  <PresentationFormat>Breitbild</PresentationFormat>
  <Paragraphs>93</Paragraphs>
  <Slides>15</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15</vt:i4>
      </vt:variant>
    </vt:vector>
  </HeadingPairs>
  <TitlesOfParts>
    <vt:vector size="19" baseType="lpstr">
      <vt:lpstr>Aptos</vt:lpstr>
      <vt:lpstr>Aptos Display</vt:lpstr>
      <vt:lpstr>Arial</vt:lpstr>
      <vt:lpstr>Office</vt:lpstr>
      <vt:lpstr>RetroBattle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Antonios Sotiriou</dc:creator>
  <cp:lastModifiedBy>Antonios Sotiriou</cp:lastModifiedBy>
  <cp:revision>1</cp:revision>
  <dcterms:created xsi:type="dcterms:W3CDTF">2026-06-10T16:50:38Z</dcterms:created>
  <dcterms:modified xsi:type="dcterms:W3CDTF">2026-06-16T23:25:42Z</dcterms:modified>
</cp:coreProperties>
</file>